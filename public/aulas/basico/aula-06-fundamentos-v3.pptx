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7d552bcd0d4316" /><Relationship Type="http://schemas.openxmlformats.org/officeDocument/2006/relationships/extended-properties" Target="/docProps/app.xml" Id="R0fac16a4391147ba" /><Relationship Type="http://schemas.openxmlformats.org/officeDocument/2006/relationships/officeDocument" Target="/ppt/presentation.xml" Id="R119acae0b66d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9a67f5c8e24d12"/>
  </p:sldMasterIdLst>
  <p:notesMasterIdLst>
    <p:notesMasterId xmlns:r="http://schemas.openxmlformats.org/officeDocument/2006/relationships" r:id="Rf776b4a391ba4d1f"/>
  </p:notesMasterIdLst>
  <p:sldIdLst>
    <p:sldId xmlns:r="http://schemas.openxmlformats.org/officeDocument/2006/relationships" id="256" r:id="Ra23a3f610b1b4814"/>
    <p:sldId xmlns:r="http://schemas.openxmlformats.org/officeDocument/2006/relationships" id="257" r:id="R4b6bd901158a4bf2"/>
    <p:sldId xmlns:r="http://schemas.openxmlformats.org/officeDocument/2006/relationships" id="258" r:id="R9f5e646ab6314d21"/>
    <p:sldId xmlns:r="http://schemas.openxmlformats.org/officeDocument/2006/relationships" id="259" r:id="Rb5e815ab31b1449c"/>
    <p:sldId xmlns:r="http://schemas.openxmlformats.org/officeDocument/2006/relationships" id="260" r:id="R47437adadcb6456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006617147a4213" /><Relationship Type="http://schemas.openxmlformats.org/officeDocument/2006/relationships/slideMaster" Target="/ppt/slideMasters/slideMaster1.xml" Id="R319a67f5c8e24d12" /><Relationship Type="http://schemas.openxmlformats.org/officeDocument/2006/relationships/notesMaster" Target="/ppt/notesMasters/notesMaster1.xml" Id="Rf776b4a391ba4d1f" /><Relationship Type="http://schemas.openxmlformats.org/officeDocument/2006/relationships/presProps" Target="/ppt/presProps.xml" Id="R8baa2dc96f4946be" /><Relationship Type="http://schemas.openxmlformats.org/officeDocument/2006/relationships/tableStyles" Target="/ppt/tableStyles.xml" Id="Re31c37fe72d94294" /><Relationship Type="http://schemas.openxmlformats.org/officeDocument/2006/relationships/slide" Target="/ppt/slides/slide1.xml" Id="Ra23a3f610b1b4814" /><Relationship Type="http://schemas.openxmlformats.org/officeDocument/2006/relationships/slide" Target="/ppt/slides/slide2.xml" Id="R4b6bd901158a4bf2" /><Relationship Type="http://schemas.openxmlformats.org/officeDocument/2006/relationships/slide" Target="/ppt/slides/slide3.xml" Id="R9f5e646ab6314d21" /><Relationship Type="http://schemas.openxmlformats.org/officeDocument/2006/relationships/slide" Target="/ppt/slides/slide4.xml" Id="Rb5e815ab31b1449c" /><Relationship Type="http://schemas.openxmlformats.org/officeDocument/2006/relationships/slide" Target="/ppt/slides/slide5.xml" Id="R47437adadcb645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9b45a5401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d4dc9666e4c83" /><Relationship Type="http://schemas.openxmlformats.org/officeDocument/2006/relationships/notesMaster" Target="/ppt/notesMasters/notesMaster1.xml" Id="R5e308b34e87f4c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eb80440794203" /><Relationship Type="http://schemas.openxmlformats.org/officeDocument/2006/relationships/notesMaster" Target="/ppt/notesMasters/notesMaster1.xml" Id="R4bd7da860a5b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a8a59200f14a5a" /><Relationship Type="http://schemas.openxmlformats.org/officeDocument/2006/relationships/notesMaster" Target="/ppt/notesMasters/notesMaster1.xml" Id="R3b22bce55273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45788f43b143ea" /><Relationship Type="http://schemas.openxmlformats.org/officeDocument/2006/relationships/notesMaster" Target="/ppt/notesMasters/notesMaster1.xml" Id="Rc1ccf58f52e3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2353840c6d4774" /><Relationship Type="http://schemas.openxmlformats.org/officeDocument/2006/relationships/notesMaster" Target="/ppt/notesMasters/notesMaster1.xml" Id="Raafb56ad6bc3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Você já passou da primeira pergunta para um pequeno projeto, comparou versões e reconheceu limites. Agora pode escolher o que merece voltar à sua rotina. Não precisa usar IA todos os dias para aproveitar o que aprendeu.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Procure uma tarefa recorrente em que houve ajuda concreta: preparar uma pauta, organizar um briefing ou revisar uma descrição. O uso deve se conectar a algo que já acontece. ‘Quando eu receber as notas de revisão de um vídeo, vou separar ajustes e dúvidas’ é mais específico do que ‘vou usar mais IA’.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Nesta aula, você vai montar um fluxo pessoal e planejar cinco testes curtos. O plano pode ser concluído hoje; os testes acontecem depois, quando fizer sentido. Cinco dias não garantem um hábito nem domínio. São uma janela para observar se a prática ajuda ou apenas acrescenta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tarefa da vida real vem primeiro. A ferramenta entra em uma parte específica, não precisa ocupar o processo inteiro.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prática que já tem lugar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 semana, Joana reúne ideias para o canal de um pequeno negócio fictício.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decide testar transformar cinco notas de pauta em três propostas de vídeo, sempre conferindo se o assunto é relevante e se consegue gravar com os recursos descritos.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momento já existe e a ajuda tem uma borda. Se preparar as notas e revisar as propostas levar mais tempo do que escrever as pautas diretamente, isso contará contra manter esse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Em qual situação recorrente uma ajuda pequena faria sentido?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Nomeie o momento e a tarefa: ‘ao preparar uma pauta’, ‘depois de receber notas de revisão’. Se a tarefa ainda não existe na sua rotina, trate o plano como exploração, sem prometer uma frequência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prática duradoura precisa fazer sentido na sua vida, não apenas no calendário.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Seu repertório cresce quando você percebe padrões nas próprias tentativas. Talvez já saiba que precisa informar o público, limitar o formato ou pedir para separar decisões de possibilidades. Essas descobertas valem mais quando você consegue explicar por que ajudam.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 o mesmo pedido sem observar o resultado pode repetir também os mesmos erros. Uma prática intencional escolhe algo para melhorar: dar contexto relevante, escrever feedback ou conferir uma afirmação. Você não precisa trabalhar todas essas habilidades no mesmo 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Guarde princípios, não apenas frases prontas. Um pedido copiado pode servir a uma situação e falhar em outra. Já o princípio ‘dizer qual restrição foi ignorada’ pode orientar várias revisões. O objetivo é depender menos de uma receita exata e reconhecer melhor o que a tarefa pede.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adaptação mantém o aprendizado e troca os detalhes. Um resultado anterior não garante o próximo.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Da frase pronta ao princípio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descrição de produto ficou utilizável depois que você especificou ‘duas frases, sem adjetivos de superioridade’.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descoberta não é que essas palavras sempre funcionam. É que público, extensão e tom tornam a revisão mais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apresentar outro produto ou serviço, talvez você precise de mais detalhes e de outro tom. O princípio permanece; as escolhas mudam. Compare sempre a descrição com as informações que realmente pode afirmar.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orientação fez diferença no seu projeto e por quê?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Tente completar: ‘Acrescentar… ajudou porque…’. Por exemplo: ‘informar que só tenho três tomadas eliminou cenas inviáveis’. Essa relação explica um aprendizado que você pode reaplicar sem copiar o pedido inteiro.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está aprendendo a reconhecer o que uma tarefa precisa, não a decorar comandos.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Transforme uma experiência útil em um roteiro curto que outra versão de você consiga retomar. O fluxo reúne tarefa, contexto, pedido, revisão e critério de aprovação. Ele é um apoio para pensar, não uma automação que executará sozinha.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Escreva cada parte em uma ou duas frases. Inclua o que você fornece, o que espera receber e o que nunca deve ser inventado. Marque quais informações variam a cada uso. Antes de repetir, atualize essas condições; um pedido antigo pode carregar datas, limites ou premissas que já não valem.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Reserve um lugar explícito para a revisão humana. Se o fluxo termina em ‘copiar a resposta’, falta uma etapa. Defina quem confere o conteúdo e o que impede a aprovação. Nesta prática, você mesmo faz essa conferência e decide se quer aproveitar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chat não edita o vídeo nem envia mensagens ao cliente. Esse fluxo descreve seu modo de trabalhar com uma resposta de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roteiro reaproveitável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fictícias de revisão: ‘Encurtar a abertura. Trocar o título por Como organizo meus arquivos. Talvez retirar a música, ainda vamos decidir.’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‘Separe ajustes aprovados e dúvidas. Não acrescente prazos ou responsáveis. Preserve como pendente tudo o que ainda não foi decidido.’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comparar cada item com as notas. Aprovação: encurtar a abertura e trocar o título são ajustes; retirar a música continua pendente. Na próxima vez, troca-se o material de entrada, não o cuidado com a fidelidade.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Revise este fluxo fictício de edição: recebo notas de revisão, peço uma lista de ajustes e dúvidas, comparo cada item com o briefing e só aprovo quando nenhum pedido ou prazo foi inventado. Aponte uma lacuna importante e proponha um ajuste pequeno. Não edite vídeos, envie mensagens ou invente dados para preencher a lacuna.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Onde seu fluxo impede que uma resposta errada seja usada automaticamente?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Aponte uma verificação concreta: conferir cada item no material original, recalcular números ou confirmar informações atuais fora do chat. Se a única etapa for ‘pedir que a IA revise’, acrescente uma conferência sua.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 bom fluxo guarda suas condições e seu critério, não só o pedido.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Planeje cinco sessões de até dez minutos, em dias que caibam na sua agenda. Cada sessão terá uma pergunta diferente sobre o mesmo fluxo. Se não puder fazer em dias consecutivos, mantenha a sequência dos testes sem transformar a pausa em dívida.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primeiro teste, observe o resultado inicial. No segundo, melhore o contexto. No terceiro, pratique feedback específico. No quarto, repita com uma situação parecida para ver o que precisa ser adaptado. No quinto, compare ajuda e esforço de revisão para decidir o que vale manter.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um registro simples: tarefa, mudança feita, utilidade percebida e problema encontrado. Você não precisa calcular uma pontuação sofisticada. Se quiser observar tempo, inclua preparação, conversa e conferência — não apenas a rapidez com que a resposta apareceu.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 um plano de observação, não uma promessa de hábito em cinco dias. Você conclui esta aula ao preparar o plano.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sessão cabe em uma 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dia 2, a apresentação de um serviço fictício ainda parecia genérica demais.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editora acrescenta que o público são pequenos negócios e pede para evitar ‘viralizar’ e ‘resultados garantidos’. Compara a revisão e registra se precisou reescrever menos.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é necessário abrir um novo projeto. Uma pequena mudança torna a sessão executável e produz uma observação que pode ser comparada com o primeiro dia, sem prometer desempenho que ela não pode assegurar.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Quando você fará o primeiro teste e qual será a pergunta dele?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um momento realista: ‘depois de separar minhas notas, vou testar uma organização em três tópicos’. Se surgir um imprevisto, reagende. O plano deve apoiar sua rotina, não competir com 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Consistência pode ser voltar com uma boa pergunta, mesmo depois de uma pausa.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Você começou com uma curiosidade e agora tem uma maneira de transformá-la em teste. Sabe que pedir é só uma parte: contextualizar, revisar, conferir e decidir também são habilidades. Esse conjunto é o seu ponto de partida para usos mais intencionais.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Reúna três coisas no registro final: seu fluxo pessoal, um exemplo que você revisou e o plano dos cinco testes. No exemplo, separe o que já foi verificado do que ainda depende de execução ou confirmação. Não é necessário esperar cinco dias para concluir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avaliar a prática depois, considere três saídas: manter, simplificar ou abandonar aquele uso. Você pode seguir aprendendo mesmo quando decide não usar a ferramenta em uma tarefa. O que importa é ter mais clareza para escolher, e não uma obrigação de incluir IA em 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Essas habilidades continuam úteis quando a ferramenta muda. O seu critério acompanha você.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fechamento honesto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‘Meu fluxo transforma notas de revisão em ajustes de edição e dúvidas para o cliente fictício. Conferi cada item no briefing e retirei dois prazos inventados.’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‘Vou testar com outras notas fictícias em cinco sessões curtas. Se a revisão ficar mais trabalhosa do que escrever diretamente, vou simplificar ou deixar esse uso de lado.’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registro reúne resultado, conferência e uma condição para continuar. Ele não precisa prometer produtividade extraordinária para mostrar um aprendizado real. O próximo vídeo ainda terá suas próprias condições a conferir.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frase descreve melhor a mudança no seu jeito de usar 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dizer: ‘Antes eu avaliava se a resposta parecia boa. Agora comparo com o que pedi e confiro o que importa.’ Procure sua própria formulação e um exemplo que a sustente. Esse é um aprendizado que você consegue levar adiante.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não precisa ter todas as respostas. Agora tem mais recursos para fazer perguntas e escolher o próximo passo.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9552b9f0244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c92cc4b594444" /><Relationship Type="http://schemas.openxmlformats.org/officeDocument/2006/relationships/slideLayout" Target="/ppt/slideLayouts/slideLayout1.xml" Id="R5b072cacc4cc40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072cacc4cc40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b1ab5b8a24a2f" /><Relationship Type="http://schemas.openxmlformats.org/officeDocument/2006/relationships/notesSlide" Target="/ppt/notesSlides/notesSlide1.xml" Id="Rbe729b6090ee42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6360c6e184399" /><Relationship Type="http://schemas.openxmlformats.org/officeDocument/2006/relationships/notesSlide" Target="/ppt/notesSlides/notesSlide2.xml" Id="R4c2f87d4f2c248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519dc6abc4baf" /><Relationship Type="http://schemas.openxmlformats.org/officeDocument/2006/relationships/notesSlide" Target="/ppt/notesSlides/notesSlide3.xml" Id="R7bb84fab155647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6ce3020164ac2" /><Relationship Type="http://schemas.openxmlformats.org/officeDocument/2006/relationships/notesSlide" Target="/ppt/notesSlides/notesSlide4.xml" Id="Rdb706bf52ad5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abcf6b9f94482" /><Relationship Type="http://schemas.openxmlformats.org/officeDocument/2006/relationships/notesSlide" Target="/ppt/notesSlides/notesSlide5.xml" Id="R500a41edb4db42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F0CAD-59B3-42CD-81DE-6EC0ED9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prática que cabe na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EDA93-3512-4A99-8F09-7A512E04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Você já passou da primeira pergunta para um pequeno projeto, comparou versões e reconheceu limites. Agora pode escolher o que merece voltar à sua rotina. Não precisa usar IA todos os dias para aproveitar o que aprendeu.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1A782-3184-4459-9173-6C38C48B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Do experimento à rotina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E8F2-B829-442D-B368-8C2634D5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46E1C-D6F2-4392-B07B-A35CB90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situação recorrente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D353-554E-4AB3-88DD-FBA2D9E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Quando recebo notas de revisão de um vídeo…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D916B-2B66-40D8-BB7C-5C3F01D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CB184-7568-4F44-AE01-F3CA7FB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32325-2042-42DB-AB99-BB570A5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ajuda delimitada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EA754-F7AA-48DD-B0EE-5445E67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…peço uma lista de ajustes e dúvidas…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11E5F-28C1-4A39-894E-5C2F236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DA5B-0034-432E-BE1D-EAF5479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D1EBE-40A4-4F89-84F8-6453A39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revisão minha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3B9C1-147D-4826-9E66-E7EF6B38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…e comparo cada item com o briefing.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69285-75EC-45D1-93B9-2A40D081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prática duradoura precisa fazer sentido na sua vida, não apenas no calendário.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438D5-7574-499A-8DB7-CE769071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1/5</a:t>
            </a:r>
          </a:p>
        </p:txBody>
      </p:sp>
    </p:spTree>
    <p:extLst>
      <p:ext uri="{BB962C8B-B14F-4D97-AF65-F5344CB8AC3E}">
        <p14:creationId xmlns:p14="http://schemas.microsoft.com/office/powerpoint/2010/main" val="1743246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B00E5-63C4-4995-9ABF-8FBEE8F1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habilidade em construção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579EA-0CCC-4F66-9038-6849A7A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Seu repertório cresce quando você percebe padrões nas próprias tentativas. Talvez já saiba que precisa informar o público, limitar o formato ou pedir para separar decisões de possibilidades. Essas descobertas valem mais quando você consegue explicar por que ajudam.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AADB4-015F-4F7C-95F1-D33A71C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Experiência vira repertório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BDD2F-79B4-429D-9F53-D2993CC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46D88-AA94-43BD-886D-7A7D22B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Fazer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33FCC-43B3-47A5-9270-8641D88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Uso um pedido em uma situação concreta.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D716B-8389-41AB-9252-AEE32D5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76825-22C6-4320-97E3-0EC1BB3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24935-8FAF-419E-A018-EFBE53EE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Observar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36AAC-78C8-48D8-8146-2AFEFBD6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Identifico uma resposta útil e um desencontro.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B5937-C1AE-47D0-B6D1-B11A1253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4E5F6-5DCA-411F-B8AC-A59D033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87C70-DF2B-4D27-BA4F-FB516578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64A54-5560-4363-A084-9855C65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Nomeio a condição que fez diferença.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CD0C6-42FA-45D4-810D-CE2D5231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81140-AB00-4FD1-97DB-7DCD1F5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E7E23-CBCD-45BA-BBE2-AB10D70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Adaptar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F44B6-3936-47B6-A1C7-67426CAE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Levo o princípio para uma tarefa parecida.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3F527-96AE-4AD2-B822-627096D9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está aprendendo a reconhecer o que uma tarefa precisa, não a decorar comandos.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39AF3-19DE-42FD-87C9-FA847B5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2/5</a:t>
            </a:r>
          </a:p>
        </p:txBody>
      </p:sp>
    </p:spTree>
    <p:extLst>
      <p:ext uri="{BB962C8B-B14F-4D97-AF65-F5344CB8AC3E}">
        <p14:creationId xmlns:p14="http://schemas.microsoft.com/office/powerpoint/2010/main" val="1424341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75177-9507-407C-84EE-38EBA15C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fluxo pessoal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42167-3B51-479D-8524-1FEF3FB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Transforme uma experiência útil em um roteiro curto que outra versão de você consiga retomar. O fluxo reúne tarefa, contexto, pedido, revisão e critério de aprovação. Ele é um apoio para pensar, não uma automação que executará sozinha.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FE298-3A40-4F5D-8037-327D799C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fluxo que você consegue retomar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5CE88-A816-4106-B8C8-6702DCE7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1C0BC-B4EF-46CD-91D2-2FD33740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Tarefa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3B652-15A9-44D2-85F3-A740D57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Organizar pedidos de revisão de um vídeo.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C32BA-3205-40E3-99C4-9F2D89E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2428-BB1C-44AA-ABCA-14FB5809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428E6-6D60-47BF-9172-A715420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3DF09-C061-4523-ABBD-DB21CAB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Fornecer notas e condições do briefing.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DE02C-9231-4323-A4A1-982566D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C87D9-9557-4CA8-9B83-705865A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3C98-15C5-48EB-87BD-4600906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C29A6-82AD-4BBA-B42D-BACD7E08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Separar ajustes aprovados de dúvidas.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BD344-0F58-43A4-B5B3-9BB05FA5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83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B4848-8B81-4641-97F7-7498D8B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3ADB0-0D22-4907-816B-D0A52325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C297A-F4C9-4373-B989-C3698D2C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Conferir cada item nas notas originais.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82F41-00E0-49B6-99F1-B09B8E76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14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A0F0F-D7AE-41C5-8FB0-3761DA7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177B2-CC9A-48E1-895E-23DE0899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Aprovação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5A56B-F117-408B-B8D3-363A8C61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Nenhum prazo ou ajuste foi inventado.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9F36A-0233-44B2-A2E7-C7021667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 bom fluxo guarda suas condições e seu critério, não só o pedido.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8AE7F-13D4-4DFA-B959-761EFAA8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3/5</a:t>
            </a:r>
          </a:p>
        </p:txBody>
      </p:sp>
    </p:spTree>
    <p:extLst>
      <p:ext uri="{BB962C8B-B14F-4D97-AF65-F5344CB8AC3E}">
        <p14:creationId xmlns:p14="http://schemas.microsoft.com/office/powerpoint/2010/main" val="670613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6FAB6-CF90-401B-998D-FAE2834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teste de cinco 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49276-09C2-4EAC-B36C-EDC3B0B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Planeje cinco sessões de até dez minutos, em dias que caibam na sua agenda. Cada sessão terá uma pergunta diferente sobre o mesmo fluxo. Se não puder fazer em dias consecutivos, mantenha a sequência dos testes sem transformar a pausa em dívida.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A4D27-8EED-4E25-A615-FEBBCA3D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Cinco testes, cinco perguntas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8BD1C-7B5C-4809-AB04-95BD984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59D00-EFE2-4C6C-8347-4CBFB767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1 · Experimentar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5FC8E-90EF-404F-B1B3-894364F9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a primeira tentativa entrega?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643F6-E222-471E-9FB4-0A21658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04159-09F2-41D6-A228-E5C7BC0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B3FE8-FDC4-4217-88D4-D408AA9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2 · Contextualizar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A0D9F-512B-4EEE-A7B9-6672531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Qual informação relevante estava faltando?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3D2E5-1C8B-47BD-8651-2E4A852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66830-91FF-4A16-B074-E208018B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404C-A96E-4D4D-8BDB-A7F0711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3 · Revisar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1F4E4-1891-4315-AAFF-485CDD4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Que feedback corrige um desencontro?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BC67C-D54E-4B1C-88D8-5BA6E49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83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73517-EEEF-410C-8184-CEA8425A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196E5-9341-4872-817A-22E54D42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4 · Repetir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BACDA-3B6D-411C-BF69-41ACFA5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fluxo serve a uma situação parecida?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6BD06-36DF-4FB3-993F-485F0964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14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8C64B-3854-45EB-B26B-C38D31C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D407-FF30-4FC6-ADCB-BF77D40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5 · Decidir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F2FD1-60E6-437E-8673-E34FF7E2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ajuda compensa a preparação e a conferência?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9F70E-412E-490E-837E-9F01FE69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Consistência pode ser voltar com uma boa pergunta, mesmo depois de uma pausa.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10319-E3EA-4BD9-8633-A9A19AD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4/5</a:t>
            </a:r>
          </a:p>
        </p:txBody>
      </p:sp>
    </p:spTree>
    <p:extLst>
      <p:ext uri="{BB962C8B-B14F-4D97-AF65-F5344CB8AC3E}">
        <p14:creationId xmlns:p14="http://schemas.microsoft.com/office/powerpoint/2010/main" val="717760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0D914-975E-45CC-BE3E-CBDE30A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você leva deste módulo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256AC-7FD0-4D3A-AEC6-431EDB72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Você começou com uma curiosidade e agora tem uma maneira de transformá-la em teste. Sabe que pedir é só uma parte: contextualizar, revisar, conferir e decidir também são habilidades. Esse conjunto é o seu ponto de partida para usos mais intencionais.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B8A0E-5101-45CE-8D1A-B610976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O que fica com você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A9779-DA1A-4D7B-BA77-5781A8C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8E4DB-2384-482E-8B9A-AA134B0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pergunta melhor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C47CE-B035-4302-8E86-3C5BAD41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Sei reduzir uma vontade a uma tarefa concreta.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8E189-7499-42E5-BC7A-52301F11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C7F4F-FA66-4F77-9CAF-140AE16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 olhar mais atento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8F897-25E9-4B49-849E-31780E4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Sei procurar erros, lacunas e condições ignoradas.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B2E63-CEFF-4345-AF4D-7DA5DE7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78B68-4F8F-4DE1-99D1-707D21EB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 próximo teste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0392A-21C1-4E7E-90C1-BBD99A7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Sei o que quero observar e quando vou tentar.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02C46-7E6F-4045-B345-C3996DD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não precisa ter todas as respostas. Agora tem mais recursos para fazer perguntas e escolher o próximo passo.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BB5B8-0B28-4437-90EF-98A1E6A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5/5</a:t>
            </a:r>
          </a:p>
        </p:txBody>
      </p:sp>
    </p:spTree>
    <p:extLst>
      <p:ext uri="{BB962C8B-B14F-4D97-AF65-F5344CB8AC3E}">
        <p14:creationId xmlns:p14="http://schemas.microsoft.com/office/powerpoint/2010/main" val="1587336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2026-09-14T20:55:19.4520000Z</dcterms:created>
  <dcterms:modified xsi:type="dcterms:W3CDTF">2026-09-14T20:55:19.4520000Z</dcterms:modified>
</coreProperties>
</file>