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600c0d9ee0402a" /><Relationship Type="http://schemas.openxmlformats.org/officeDocument/2006/relationships/extended-properties" Target="/docProps/app.xml" Id="R4fdc4ed28d2149b8" /><Relationship Type="http://schemas.openxmlformats.org/officeDocument/2006/relationships/officeDocument" Target="/ppt/presentation.xml" Id="R6c0227255dce4e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8393fd4bf44d6e"/>
  </p:sldMasterIdLst>
  <p:notesMasterIdLst>
    <p:notesMasterId xmlns:r="http://schemas.openxmlformats.org/officeDocument/2006/relationships" r:id="Rdf4c13634034441e"/>
  </p:notesMasterIdLst>
  <p:sldIdLst>
    <p:sldId xmlns:r="http://schemas.openxmlformats.org/officeDocument/2006/relationships" id="256" r:id="R4eb9cf6e03b74310"/>
    <p:sldId xmlns:r="http://schemas.openxmlformats.org/officeDocument/2006/relationships" id="257" r:id="R4262a243a7e64443"/>
    <p:sldId xmlns:r="http://schemas.openxmlformats.org/officeDocument/2006/relationships" id="258" r:id="R8d0c21ca11a4471c"/>
    <p:sldId xmlns:r="http://schemas.openxmlformats.org/officeDocument/2006/relationships" id="259" r:id="R1a326cbc26364378"/>
    <p:sldId xmlns:r="http://schemas.openxmlformats.org/officeDocument/2006/relationships" id="260" r:id="R6c258c12787c49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0c8f613ec94cd7" /><Relationship Type="http://schemas.openxmlformats.org/officeDocument/2006/relationships/slideMaster" Target="/ppt/slideMasters/slideMaster1.xml" Id="R1c8393fd4bf44d6e" /><Relationship Type="http://schemas.openxmlformats.org/officeDocument/2006/relationships/notesMaster" Target="/ppt/notesMasters/notesMaster1.xml" Id="Rdf4c13634034441e" /><Relationship Type="http://schemas.openxmlformats.org/officeDocument/2006/relationships/presProps" Target="/ppt/presProps.xml" Id="Rb6244ba8d1314de0" /><Relationship Type="http://schemas.openxmlformats.org/officeDocument/2006/relationships/tableStyles" Target="/ppt/tableStyles.xml" Id="Rcccaf66b07074659" /><Relationship Type="http://schemas.openxmlformats.org/officeDocument/2006/relationships/slide" Target="/ppt/slides/slide1.xml" Id="R4eb9cf6e03b74310" /><Relationship Type="http://schemas.openxmlformats.org/officeDocument/2006/relationships/slide" Target="/ppt/slides/slide2.xml" Id="R4262a243a7e64443" /><Relationship Type="http://schemas.openxmlformats.org/officeDocument/2006/relationships/slide" Target="/ppt/slides/slide3.xml" Id="R8d0c21ca11a4471c" /><Relationship Type="http://schemas.openxmlformats.org/officeDocument/2006/relationships/slide" Target="/ppt/slides/slide4.xml" Id="R1a326cbc26364378" /><Relationship Type="http://schemas.openxmlformats.org/officeDocument/2006/relationships/slide" Target="/ppt/slides/slide5.xml" Id="R6c258c12787c49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4d4dc05d9d44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57c58e7c6547dc" /><Relationship Type="http://schemas.openxmlformats.org/officeDocument/2006/relationships/notesMaster" Target="/ppt/notesMasters/notesMaster1.xml" Id="R6d454fdff32446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4df83fe238455c" /><Relationship Type="http://schemas.openxmlformats.org/officeDocument/2006/relationships/notesMaster" Target="/ppt/notesMasters/notesMaster1.xml" Id="Rdb02c1f6abcd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6a030bcf974eb9" /><Relationship Type="http://schemas.openxmlformats.org/officeDocument/2006/relationships/notesMaster" Target="/ppt/notesMasters/notesMaster1.xml" Id="Rf1689b0867f145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9e8ee1b2334e0c" /><Relationship Type="http://schemas.openxmlformats.org/officeDocument/2006/relationships/notesMaster" Target="/ppt/notesMasters/notesMaster1.xml" Id="Re9c8de94ba6c43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70d4f578fd4ad1" /><Relationship Type="http://schemas.openxmlformats.org/officeDocument/2006/relationships/notesMaster" Target="/ppt/notesMasters/notesMaster1.xml" Id="R1ff4cfbcc83e46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Talvez você já tenha aberto o ChatGPT, feito uma pergunta e pensado: tá, mas onde isso entra na minha vida? É daí que a gente vai começar. Ao longo deste módulo, você vai escolher uma situação sua e experimentar como a IA pode ajudar. Pode ser algo bem simples. O importante é conseguir perceber se a ajuda fez diferença.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Câmera. Entre no slide depois da primeira pergunta.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Welcome to the AI Learning Series, 1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>Imagem: ativo existente da Emada, public/images/fundamentos.webp.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IA é um nome amplo para sistemas que realizam tarefas como reconhecer padrões e gerar conteúdo. Aqui, vamos trabalhar principalmente com ferramentas de conversa. Você escreve ou fala, recebe uma resposta e pode continuar a partir dela. O nome prompt aparece bastante por aí. Neste começo, pense nele simplesmente como o pedido ou a orientação que você dá.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Explique “prompt” na fala, sem acrescentar uma definição técnica.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Welcome to the AI Learning Series, 1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Uma resposta pode soar muito convincente e ainda assim estar errada. Então, a sua participação continua depois que o texto aparece. Leia, compare com o que você sabe e confira informações que vão orientar uma decisão importante. Nos exercícios, use situações de baixo risco e evite colocar dados pessoais de outras pessoas ou informações confidenciais.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Slide. Dê uma pausa depois de “ainda assim estar errada”.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Welcome to the AI Learning Series, 1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Um começo possível é pedir ajuda para organizar a semana. Repara que o pedido não exige que você chegue com tudo resolvido. Você pode pedir que a própria IA faça perguntas para entender melhor. Abra uma ferramenta de conversa à qual você já tenha acesso, digite esse pedido e responda à primeira pergunta. Isso já é suficiente para começar.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Demonstração opcional de 20–30 segundos. Mostre o pedido e a primeira troca.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Welcome to the AI Learning Series, 1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ROTEIRO</a:t>
            </a:r>
          </a:p>
          <a:p xmlns:a="http://schemas.openxmlformats.org/drawingml/2006/main">
            <a:r>
              <a:t>Agora, pensa em alguma coisa que você gostaria de fazer melhor ou com menos esforço. Pode ser estudar um assunto, planejar refeições ou organizar uma ideia. Complete a frase que está na tela e guarde a resposta. Ela vai acompanhar você nas próximas aulas. Você não precisa ter certeza de que a IA vai conseguir ajudar. Essa é justamente a pergunta que vamos testar.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GRAVAÇÃO</a:t>
            </a:r>
          </a:p>
          <a:p xmlns:a="http://schemas.openxmlformats.org/drawingml/2006/main">
            <a:r>
              <a:t>Slide final. Convide a pausar o vídeo para escrever.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REFERÊNCIA PEDAGÓGICA</a:t>
            </a:r>
          </a:p>
          <a:p xmlns:a="http://schemas.openxmlformats.org/drawingml/2006/main">
            <a:r>
              <a:t>Jeremy Utley, AI Learning Series. Welcome to the AI Learning Series, 1 jun. 2026. Email consultado na caixa da usuária nesta conversa. Roteiro original em português, adaptado para a Emada Academy. Exemplos e exercícios hipotéticos, sem promessa de resultado.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77ce2f80540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14a0a557048b5" /><Relationship Type="http://schemas.openxmlformats.org/officeDocument/2006/relationships/slideLayout" Target="/ppt/slideLayouts/slideLayout1.xml" Id="R19ad170ae27e49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ad170ae27e49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e4d61c4f4cde" /><Relationship Type="http://schemas.openxmlformats.org/officeDocument/2006/relationships/image" Target="/ppt/media/image.png" Id="R01e65a01376b452c" /><Relationship Type="http://schemas.openxmlformats.org/officeDocument/2006/relationships/notesSlide" Target="/ppt/notesSlides/notesSlide1.xml" Id="Rbd3b451519384b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f5f4fc5b14ec9" /><Relationship Type="http://schemas.openxmlformats.org/officeDocument/2006/relationships/notesSlide" Target="/ppt/notesSlides/notesSlide2.xml" Id="R32e0cbd25a844b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995ac646f49dc" /><Relationship Type="http://schemas.openxmlformats.org/officeDocument/2006/relationships/notesSlide" Target="/ppt/notesSlides/notesSlide3.xml" Id="R0518eb56a61947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b63dbe8fc4c9e" /><Relationship Type="http://schemas.openxmlformats.org/officeDocument/2006/relationships/notesSlide" Target="/ppt/notesSlides/notesSlide4.xml" Id="R1fa2d33245ba4f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84df3681e4f15" /><Relationship Type="http://schemas.openxmlformats.org/officeDocument/2006/relationships/notesSlide" Target="/ppt/notesSlides/notesSlide5.xml" Id="R5a9f066e5c5147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839D8-77B8-410A-BE5F-780E2AF3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DE90B-5F95-44A5-B011-E9D510D2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1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19C5D-606F-462C-96CD-0D6B0847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733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primeiro passo</a:t>
            </a:r>
          </a:p>
          <a:p xmlns:a="http://schemas.openxmlformats.org/drawingml/2006/main">
            <a:pPr>
              <a:defRPr sz="51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com 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5381-7EE1-4660-8BE2-5A03C3BF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Uma experiência pequena já dá assunto para aprender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65a01376b452c"/>
          <a:srcRect xmlns:a="http://schemas.openxmlformats.org/drawingml/2006/main" l="21888" t="0" r="218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0550" y="1600200"/>
            <a:ext cx="3333750" cy="3952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445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ED35E-F48D-4345-BBF0-EFC50F48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028A3-7147-4706-B11E-73982AD8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2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1AF3D-D1AC-40B1-BF45-3DDFEED4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vamos usar aqui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316FA-B865-437C-9057-E9503634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Uma IA com a qual</a:t>
            </a:r>
          </a:p>
          <a:p xmlns:a="http://schemas.openxmlformats.org/drawingml/2006/main">
            <a:pPr>
              <a:defRPr sz="46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você pode conversar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72668-FF9A-45BC-BC36-EA4817F1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Ela pode ajudar a escrever, organizar ideias e explorar alternativas.</a:t>
            </a:r>
          </a:p>
        </p:txBody>
      </p:sp>
    </p:spTree>
    <p:extLst>
      <p:ext uri="{BB962C8B-B14F-4D97-AF65-F5344CB8AC3E}">
        <p14:creationId xmlns:p14="http://schemas.microsoft.com/office/powerpoint/2010/main" val="1898264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B05EA-233E-4977-9B9F-6DEF85EA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F6350-F927-4F3A-BBEC-C0236E8E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3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097FB-4733-426B-B77A-759F036E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resposta precisa de avaliação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6E30A-85A1-4372-B9BC-C9CB6C05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A IA propõe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9012A-6374-450E-A348-5BE36840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E7B5D4"/>
                </a:solidFill>
                <a:latin typeface="Arial"/>
                <a:ea typeface="Arial"/>
                <a:cs typeface="Arial"/>
              </a:rPr>
              <a:t>Você avalia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63654-959D-481D-BC31-41B6B54D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rascunho, uma explicação ou um caminho possível.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B23DE-4C32-4A0E-8B55-12D3F109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47625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 faz sentido, se está correto e se serve para a sua situação.</a:t>
            </a:r>
          </a:p>
        </p:txBody>
      </p:sp>
    </p:spTree>
    <p:extLst>
      <p:ext uri="{BB962C8B-B14F-4D97-AF65-F5344CB8AC3E}">
        <p14:creationId xmlns:p14="http://schemas.microsoft.com/office/powerpoint/2010/main" val="1412675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4614E-A5F7-49A2-817D-41D7BA27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    /     AULA 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D6078-F94C-418C-8DDF-5B7A10FA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4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67B76-2716-4797-85FD-5B1AA3CF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primeira conversa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58D14-2AB5-420A-B777-4A51AB2A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76475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Quero organizar melhor minha semana.</a:t>
            </a:r>
          </a:p>
          <a:p xmlns:a="http://schemas.openxmlformats.org/drawingml/2006/main">
            <a:pPr>
              <a:defRPr sz="28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Antes de sugerir um plano, me faça uma pergunta de cada vez para entender minha rotina.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6FE8E-E8F5-4A01-A030-2350911B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Exemplo de pedido. A resposta vai variar.</a:t>
            </a:r>
          </a:p>
        </p:txBody>
      </p:sp>
    </p:spTree>
    <p:extLst>
      <p:ext uri="{BB962C8B-B14F-4D97-AF65-F5344CB8AC3E}">
        <p14:creationId xmlns:p14="http://schemas.microsoft.com/office/powerpoint/2010/main" val="1778957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7B5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4BF45-1A30-4D05-A3B0-5D2A19FC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EMADA ACADEMY     /     AULA 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C5BA6-A3D2-4FEE-B885-364C91F0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238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5 /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96874-94AE-46AC-95DB-7F8C3A87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Sua pergunta de partida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AC147-56AF-476C-8C1D-2B0993E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“Eu gostaria de ter</a:t>
            </a:r>
          </a:p>
          <a:p xmlns:a="http://schemas.openxmlformats.org/drawingml/2006/main">
            <a:pPr>
              <a:defRPr sz="46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ajuda para…”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8D0D4-7186-41EA-8E29-672AF7AF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51434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1434B"/>
                </a:solidFill>
                <a:latin typeface="Arial"/>
                <a:ea typeface="Arial"/>
                <a:cs typeface="Arial"/>
              </a:rPr>
              <a:t>Complete a frase com uma situação concreta e guarde sua resposta.</a:t>
            </a:r>
          </a:p>
        </p:txBody>
      </p:sp>
    </p:spTree>
    <p:extLst>
      <p:ext uri="{BB962C8B-B14F-4D97-AF65-F5344CB8AC3E}">
        <p14:creationId xmlns:p14="http://schemas.microsoft.com/office/powerpoint/2010/main" val="6943685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2026-09-10T17:36:29.1490000Z</dcterms:created>
  <dcterms:modified xsi:type="dcterms:W3CDTF">2026-09-10T17:36:29.1490000Z</dcterms:modified>
</coreProperties>
</file>