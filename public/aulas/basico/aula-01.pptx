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7b11f5b9624ba7" /><Relationship Type="http://schemas.openxmlformats.org/officeDocument/2006/relationships/extended-properties" Target="/docProps/app.xml" Id="R39d6f48d1d854351" /><Relationship Type="http://schemas.openxmlformats.org/officeDocument/2006/relationships/officeDocument" Target="/ppt/presentation.xml" Id="Ra7a88a1ec48543bf" /></Relationships>
</file>

<file path=ppt/presentation.xml><?xml version="1.0" encoding="utf-8"?>
<p:presentation xmlns:p="http://schemas.openxmlformats.org/presentationml/2006/main">
  <p:sldMasterIdLst>
    <p:sldMasterId xmlns:r="http://schemas.openxmlformats.org/officeDocument/2006/relationships" id="2147483648" r:id="Rdf2322b571c64805"/>
  </p:sldMasterIdLst>
  <p:notesMasterIdLst>
    <p:notesMasterId xmlns:r="http://schemas.openxmlformats.org/officeDocument/2006/relationships" r:id="Ra98376ab617443e6"/>
  </p:notesMasterIdLst>
  <p:sldIdLst>
    <p:sldId xmlns:r="http://schemas.openxmlformats.org/officeDocument/2006/relationships" id="256" r:id="Rc7e8b17469084411"/>
    <p:sldId xmlns:r="http://schemas.openxmlformats.org/officeDocument/2006/relationships" id="257" r:id="R0ad8d55bc69f4ecf"/>
    <p:sldId xmlns:r="http://schemas.openxmlformats.org/officeDocument/2006/relationships" id="258" r:id="R6436438b394f44e2"/>
    <p:sldId xmlns:r="http://schemas.openxmlformats.org/officeDocument/2006/relationships" id="259" r:id="R2515373e396b4617"/>
    <p:sldId xmlns:r="http://schemas.openxmlformats.org/officeDocument/2006/relationships" id="260" r:id="R944f364ec0964f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c062bc10d54b5e" /><Relationship Type="http://schemas.openxmlformats.org/officeDocument/2006/relationships/slideMaster" Target="/ppt/slideMasters/slideMaster1.xml" Id="Rdf2322b571c64805" /><Relationship Type="http://schemas.openxmlformats.org/officeDocument/2006/relationships/notesMaster" Target="/ppt/notesMasters/notesMaster1.xml" Id="Ra98376ab617443e6" /><Relationship Type="http://schemas.openxmlformats.org/officeDocument/2006/relationships/presProps" Target="/ppt/presProps.xml" Id="Reebd31f3d72e4d6e" /><Relationship Type="http://schemas.openxmlformats.org/officeDocument/2006/relationships/tableStyles" Target="/ppt/tableStyles.xml" Id="Rd6762fc1a2f74500" /><Relationship Type="http://schemas.openxmlformats.org/officeDocument/2006/relationships/slide" Target="/ppt/slides/slide1.xml" Id="Rc7e8b17469084411" /><Relationship Type="http://schemas.openxmlformats.org/officeDocument/2006/relationships/slide" Target="/ppt/slides/slide2.xml" Id="R0ad8d55bc69f4ecf" /><Relationship Type="http://schemas.openxmlformats.org/officeDocument/2006/relationships/slide" Target="/ppt/slides/slide3.xml" Id="R6436438b394f44e2" /><Relationship Type="http://schemas.openxmlformats.org/officeDocument/2006/relationships/slide" Target="/ppt/slides/slide4.xml" Id="R2515373e396b4617" /><Relationship Type="http://schemas.openxmlformats.org/officeDocument/2006/relationships/slide" Target="/ppt/slides/slide5.xml" Id="R944f364ec0964f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efc18def3d4a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dc1df6e49645f5" /><Relationship Type="http://schemas.openxmlformats.org/officeDocument/2006/relationships/notesMaster" Target="/ppt/notesMasters/notesMaster1.xml" Id="R4af5bd3d215040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5eb57c118d4ed6" /><Relationship Type="http://schemas.openxmlformats.org/officeDocument/2006/relationships/notesMaster" Target="/ppt/notesMasters/notesMaster1.xml" Id="R6cd9aaa6e7a941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fabb58a2834595" /><Relationship Type="http://schemas.openxmlformats.org/officeDocument/2006/relationships/notesMaster" Target="/ppt/notesMasters/notesMaster1.xml" Id="R66b2cc68177741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8b2892a7a34829" /><Relationship Type="http://schemas.openxmlformats.org/officeDocument/2006/relationships/notesMaster" Target="/ppt/notesMasters/notesMaster1.xml" Id="R1436d74f595946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9681933d724bb9" /><Relationship Type="http://schemas.openxmlformats.org/officeDocument/2006/relationships/notesMaster" Target="/ppt/notesMasters/notesMaster1.xml" Id="Rdeb9340b24744d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Pensa numa coisa pequena que ficou pendente nesta semana porque parecia chata, confusa ou trabalhosa. Às vezes é aí que aparece um bom uso de IA. Quando a gente só vê exemplos de outras pessoas, fica tentando encaixar a própria vida naqueles exemplos. Nesta aula, vamos fazer o caminho a partir do que você já precisa resolver.</a:t>
            </a:r>
          </a:p>
          <a:p xmlns:a="http://schemas.openxmlformats.org/drawingml/2006/main">
            <a:r>
              <a:t/>
            </a:r>
          </a:p>
          <a:p xmlns:a="http://schemas.openxmlformats.org/drawingml/2006/main">
            <a:r>
              <a:t>GRAVAÇÃO</a:t>
            </a:r>
          </a:p>
          <a:p xmlns:a="http://schemas.openxmlformats.org/drawingml/2006/main">
            <a:r>
              <a:t>Câmera. Espere dois segundos para o aluno pensar.</a:t>
            </a:r>
          </a:p>
          <a:p xmlns:a="http://schemas.openxmlformats.org/drawingml/2006/main">
            <a:r>
              <a:t/>
            </a:r>
          </a:p>
          <a:p xmlns:a="http://schemas.openxmlformats.org/drawingml/2006/main">
            <a:r>
              <a:t>REFERÊNCIA PEDAGÓGICA</a:t>
            </a:r>
          </a:p>
          <a:p xmlns:a="http://schemas.openxmlformats.org/drawingml/2006/main">
            <a:r>
              <a:t>Jeremy Utley, AI Learning Series. 01 – The Answer Is Yes. What’s Your Question?, 2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Essa pergunta é o ponto de partida que o Jeremy Utley usa na série que inspirou o módulo. Eu gosto dela porque muda a atenção para a sua situação. Mas vamos tratar a possibilidade como hipótese: algumas tarefas vão funcionar bem, outras vão exigir revisão, e outras vão continuar fora do alcance da ferramenta. A experiência serve para descobrir essa diferença.</a:t>
            </a:r>
          </a:p>
          <a:p xmlns:a="http://schemas.openxmlformats.org/drawingml/2006/main">
            <a:r>
              <a:t/>
            </a:r>
          </a:p>
          <a:p xmlns:a="http://schemas.openxmlformats.org/drawingml/2006/main">
            <a:r>
              <a:t>GRAVAÇÃO</a:t>
            </a:r>
          </a:p>
          <a:p xmlns:a="http://schemas.openxmlformats.org/drawingml/2006/main">
            <a:r>
              <a:t>Slide. Enfatize “hipótese”.</a:t>
            </a:r>
          </a:p>
          <a:p xmlns:a="http://schemas.openxmlformats.org/drawingml/2006/main">
            <a:r>
              <a:t/>
            </a:r>
          </a:p>
          <a:p xmlns:a="http://schemas.openxmlformats.org/drawingml/2006/main">
            <a:r>
              <a:t>REFERÊNCIA PEDAGÓGICA</a:t>
            </a:r>
          </a:p>
          <a:p xmlns:a="http://schemas.openxmlformats.org/drawingml/2006/main">
            <a:r>
              <a:t>Jeremy Utley, AI Learning Series. 01 – The Answer Is Yes. What’s Your Question?, 2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Se alguém usou IA para planejar uma viagem, você pode perceber que precisa organizar um passeio curto com a família. O valor está em adaptar a ideia. No seu caso, talvez existam limites de tempo, de distância ou de orçamento. São esses detalhes que tornam a pergunta útil. E informações como horário de funcionamento precisam de confirmação antes de sair de casa.</a:t>
            </a:r>
          </a:p>
          <a:p xmlns:a="http://schemas.openxmlformats.org/drawingml/2006/main">
            <a:r>
              <a:t/>
            </a:r>
          </a:p>
          <a:p xmlns:a="http://schemas.openxmlformats.org/drawingml/2006/main">
            <a:r>
              <a:t>GRAVAÇÃO</a:t>
            </a:r>
          </a:p>
          <a:p xmlns:a="http://schemas.openxmlformats.org/drawingml/2006/main">
            <a:r>
              <a:t>Slide. Trate o passeio como exemplo hipotético.</a:t>
            </a:r>
          </a:p>
          <a:p xmlns:a="http://schemas.openxmlformats.org/drawingml/2006/main">
            <a:r>
              <a:t/>
            </a:r>
          </a:p>
          <a:p xmlns:a="http://schemas.openxmlformats.org/drawingml/2006/main">
            <a:r>
              <a:t>REFERÊNCIA PEDAGÓGICA</a:t>
            </a:r>
          </a:p>
          <a:p xmlns:a="http://schemas.openxmlformats.org/drawingml/2006/main">
            <a:r>
              <a:t>Jeremy Utley, AI Learning Series. 01 – The Answer Is Yes. What’s Your Question?, 2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Você pode procurar possibilidades nas dificuldades, mas também no que desperta interesse. Talvez queira entender melhor um filme, aprender jardinagem ou montar um grupo de leitura. Não precisa começar com produtividade no trabalho. Uma pergunta boa para aprender é aquela em que você tem vontade de continuar a conversa e consegue dizer se a resposta ajudou.</a:t>
            </a:r>
          </a:p>
          <a:p xmlns:a="http://schemas.openxmlformats.org/drawingml/2006/main">
            <a:r>
              <a:t/>
            </a:r>
          </a:p>
          <a:p xmlns:a="http://schemas.openxmlformats.org/drawingml/2006/main">
            <a:r>
              <a:t>GRAVAÇÃO</a:t>
            </a:r>
          </a:p>
          <a:p xmlns:a="http://schemas.openxmlformats.org/drawingml/2006/main">
            <a:r>
              <a:t>Slide. Faça uma pausa curta entre os dois lados.</a:t>
            </a:r>
          </a:p>
          <a:p xmlns:a="http://schemas.openxmlformats.org/drawingml/2006/main">
            <a:r>
              <a:t/>
            </a:r>
          </a:p>
          <a:p xmlns:a="http://schemas.openxmlformats.org/drawingml/2006/main">
            <a:r>
              <a:t>REFERÊNCIA PEDAGÓGICA</a:t>
            </a:r>
          </a:p>
          <a:p xmlns:a="http://schemas.openxmlformats.org/drawingml/2006/main">
            <a:r>
              <a:t>Jeremy Utley, AI Learning Series. 01 – The Answer Is Yes. What’s Your Question?, 2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Complete essa frase dez vezes, sem tentar encontrar a ideia mais impressionante. Se travar, comece com três e olhe para o que aconteceu no seu dia. Depois, escolha uma tarefa pequena, de baixo risco, que você conseguiria avaliar. Guarde essa escolha. Na próxima aula, vamos transformar a pergunta em uma conversa com um resultado concreto.</a:t>
            </a:r>
          </a:p>
          <a:p xmlns:a="http://schemas.openxmlformats.org/drawingml/2006/main">
            <a:r>
              <a:t/>
            </a:r>
          </a:p>
          <a:p xmlns:a="http://schemas.openxmlformats.org/drawingml/2006/main">
            <a:r>
              <a:t>GRAVAÇÃO</a:t>
            </a:r>
          </a:p>
          <a:p xmlns:a="http://schemas.openxmlformats.org/drawingml/2006/main">
            <a:r>
              <a:t>Slide final. Pausa para atividade de cerca de cinco minutos.</a:t>
            </a:r>
          </a:p>
          <a:p xmlns:a="http://schemas.openxmlformats.org/drawingml/2006/main">
            <a:r>
              <a:t/>
            </a:r>
          </a:p>
          <a:p xmlns:a="http://schemas.openxmlformats.org/drawingml/2006/main">
            <a:r>
              <a:t>REFERÊNCIA PEDAGÓGICA</a:t>
            </a:r>
          </a:p>
          <a:p xmlns:a="http://schemas.openxmlformats.org/drawingml/2006/main">
            <a:r>
              <a:t>Jeremy Utley, AI Learning Series. 01 – The Answer Is Yes. What’s Your Question?, 2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a5f55b8fd24c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b16ecb245b4555" /><Relationship Type="http://schemas.openxmlformats.org/officeDocument/2006/relationships/slideLayout" Target="/ppt/slideLayouts/slideLayout1.xml" Id="R202f6911882543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2f6911882543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b95bde57ff48db" /><Relationship Type="http://schemas.openxmlformats.org/officeDocument/2006/relationships/notesSlide" Target="/ppt/notesSlides/notesSlide1.xml" Id="R1f03b88ac00f4f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4cf3cc8f98461c" /><Relationship Type="http://schemas.openxmlformats.org/officeDocument/2006/relationships/notesSlide" Target="/ppt/notesSlides/notesSlide2.xml" Id="R876946be4de54c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3960f514684c42" /><Relationship Type="http://schemas.openxmlformats.org/officeDocument/2006/relationships/notesSlide" Target="/ppt/notesSlides/notesSlide3.xml" Id="R033194e325e048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1cc3fe58df4c9b" /><Relationship Type="http://schemas.openxmlformats.org/officeDocument/2006/relationships/notesSlide" Target="/ppt/notesSlides/notesSlide4.xml" Id="R2cf6eb33974843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b08fe681674fe4" /><Relationship Type="http://schemas.openxmlformats.org/officeDocument/2006/relationships/notesSlide" Target="/ppt/notesSlides/notesSlide5.xml" Id="Rdab28eebbdf0405b" /></Relationships>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CE213A-2C9F-4424-A042-6605ED9AB913}"/>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01</a:t>
            </a:r>
          </a:p>
        </p:txBody>
      </p:sp>
      <p:sp>
        <p:nvSpPr>
          <p:cNvPr id="2" name="">
            <a:extLst xmlns:a="http://schemas.openxmlformats.org/drawingml/2006/main">
              <a:ext uri="{FF2B5EF4-FFF2-40B4-BE49-F238E27FC236}">
                <a16:creationId xmlns:a16="http://schemas.microsoft.com/office/drawing/2014/main" id="{8FEEA6C4-56A7-4CA6-A5F0-145D6892117C}"/>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241C1AD0-E638-445A-9C09-79FEBAE35477}"/>
              </a:ext>
            </a:extLst>
          </p:cNvPr>
          <p:cNvSpPr>
            <a:spLocks xmlns:a="http://schemas.openxmlformats.org/drawingml/2006/main" noGrp="1"/>
          </p:cNvSpPr>
          <p:nvPr/>
        </p:nvSpPr>
        <p:spPr>
          <a:xfrm xmlns:a="http://schemas.openxmlformats.org/drawingml/2006/main">
            <a:off x="609600" y="1819275"/>
            <a:ext cx="7334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6F3F5"/>
                </a:solidFill>
                <a:latin typeface="Arial"/>
                <a:ea typeface="Arial"/>
                <a:cs typeface="Arial"/>
              </a:defRPr>
            </a:pPr>
            <a:r>
              <a:rPr sz="5100" b="1">
                <a:solidFill>
                  <a:srgbClr val="F6F3F5"/>
                </a:solidFill>
                <a:latin typeface="Arial"/>
                <a:ea typeface="Arial"/>
                <a:cs typeface="Arial"/>
              </a:rPr>
              <a:t>Qual é a</a:t>
            </a:r>
          </a:p>
          <a:p xmlns:a="http://schemas.openxmlformats.org/drawingml/2006/main">
            <a:pPr>
              <a:defRPr sz="5100" b="1">
                <a:solidFill>
                  <a:srgbClr val="F6F3F5"/>
                </a:solidFill>
                <a:latin typeface="Arial"/>
                <a:ea typeface="Arial"/>
                <a:cs typeface="Arial"/>
              </a:defRPr>
            </a:pPr>
            <a:r>
              <a:rPr sz="5100" b="1">
                <a:solidFill>
                  <a:srgbClr val="F6F3F5"/>
                </a:solidFill>
                <a:latin typeface="Arial"/>
                <a:ea typeface="Arial"/>
                <a:cs typeface="Arial"/>
              </a:rPr>
              <a:t>sua pergunta?</a:t>
            </a:r>
          </a:p>
        </p:txBody>
      </p:sp>
      <p:sp>
        <p:nvSpPr>
          <p:cNvPr id="4" name="">
            <a:extLst xmlns:a="http://schemas.openxmlformats.org/drawingml/2006/main">
              <a:ext uri="{FF2B5EF4-FFF2-40B4-BE49-F238E27FC236}">
                <a16:creationId xmlns:a16="http://schemas.microsoft.com/office/drawing/2014/main" id="{75AE6C8E-4384-4B28-8DA8-5071C55BE123}"/>
              </a:ext>
            </a:extLst>
          </p:cNvPr>
          <p:cNvSpPr>
            <a:spLocks xmlns:a="http://schemas.openxmlformats.org/drawingml/2006/main" noGrp="1"/>
          </p:cNvSpPr>
          <p:nvPr/>
        </p:nvSpPr>
        <p:spPr>
          <a:xfrm xmlns:a="http://schemas.openxmlformats.org/drawingml/2006/main">
            <a:off x="647700" y="4181475"/>
            <a:ext cx="647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ABB0"/>
                </a:solidFill>
                <a:latin typeface="Arial"/>
                <a:ea typeface="Arial"/>
                <a:cs typeface="Arial"/>
              </a:defRPr>
            </a:pPr>
            <a:r>
              <a:rPr sz="2250" b="0">
                <a:solidFill>
                  <a:srgbClr val="B0ABB0"/>
                </a:solidFill>
                <a:latin typeface="Arial"/>
                <a:ea typeface="Arial"/>
                <a:cs typeface="Arial"/>
              </a:rPr>
              <a:t>As possibilidades começam na sua rotina</a:t>
            </a:r>
          </a:p>
        </p:txBody>
      </p:sp>
      <p:sp>
        <p:nvSpPr>
          <p:cNvPr id="5" name="">
            <a:extLst xmlns:a="http://schemas.openxmlformats.org/drawingml/2006/main">
              <a:ext uri="{FF2B5EF4-FFF2-40B4-BE49-F238E27FC236}">
                <a16:creationId xmlns:a16="http://schemas.microsoft.com/office/drawing/2014/main" id="{6A648E09-03FE-4805-9845-376F36E18A4C}"/>
              </a:ext>
            </a:extLst>
          </p:cNvPr>
          <p:cNvSpPr>
            <a:spLocks xmlns:a="http://schemas.openxmlformats.org/drawingml/2006/main" noGrp="1"/>
          </p:cNvSpPr>
          <p:nvPr/>
        </p:nvSpPr>
        <p:spPr>
          <a:xfrm xmlns:a="http://schemas.openxmlformats.org/drawingml/2006/main">
            <a:off x="8667750" y="2114550"/>
            <a:ext cx="2857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875" b="1">
                <a:solidFill>
                  <a:srgbClr val="E7B5D4"/>
                </a:solidFill>
                <a:latin typeface="Arial"/>
                <a:ea typeface="Arial"/>
                <a:cs typeface="Arial"/>
              </a:defRPr>
            </a:pPr>
            <a:r>
              <a:rPr sz="13875" b="1">
                <a:solidFill>
                  <a:srgbClr val="E7B5D4"/>
                </a:solidFill>
                <a:latin typeface="Arial"/>
                <a:ea typeface="Arial"/>
                <a:cs typeface="Arial"/>
              </a:rPr>
              <a:t>01</a:t>
            </a:r>
          </a:p>
        </p:txBody>
      </p:sp>
    </p:spTree>
    <p:extLst>
      <p:ext uri="{BB962C8B-B14F-4D97-AF65-F5344CB8AC3E}">
        <p14:creationId xmlns:p14="http://schemas.microsoft.com/office/powerpoint/2010/main" val="705163474"/>
      </p:ext>
    </p:extLst>
  </p:cSld>
</p:sld>
</file>

<file path=ppt/slides/slide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8E8629-D40F-41A0-A589-8ABC263489BC}"/>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01</a:t>
            </a:r>
          </a:p>
        </p:txBody>
      </p:sp>
      <p:sp>
        <p:nvSpPr>
          <p:cNvPr id="2" name="">
            <a:extLst xmlns:a="http://schemas.openxmlformats.org/drawingml/2006/main">
              <a:ext uri="{FF2B5EF4-FFF2-40B4-BE49-F238E27FC236}">
                <a16:creationId xmlns:a16="http://schemas.microsoft.com/office/drawing/2014/main" id="{595B9C02-674F-4AD7-AC01-95C05E8B413C}"/>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2 / 5</a:t>
            </a:r>
          </a:p>
        </p:txBody>
      </p:sp>
      <p:sp>
        <p:nvSpPr>
          <p:cNvPr id="3" name="">
            <a:extLst xmlns:a="http://schemas.openxmlformats.org/drawingml/2006/main">
              <a:ext uri="{FF2B5EF4-FFF2-40B4-BE49-F238E27FC236}">
                <a16:creationId xmlns:a16="http://schemas.microsoft.com/office/drawing/2014/main" id="{EC847A19-191D-4CB5-8615-022EC1B02B94}"/>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F5"/>
                </a:solidFill>
                <a:latin typeface="Arial"/>
                <a:ea typeface="Arial"/>
                <a:cs typeface="Arial"/>
              </a:defRPr>
            </a:pPr>
            <a:r>
              <a:rPr sz="3600" b="1">
                <a:solidFill>
                  <a:srgbClr val="F6F3F5"/>
                </a:solidFill>
                <a:latin typeface="Arial"/>
                <a:ea typeface="Arial"/>
                <a:cs typeface="Arial"/>
              </a:rPr>
              <a:t>Uma situação antes da ferramenta</a:t>
            </a:r>
          </a:p>
        </p:txBody>
      </p:sp>
      <p:sp>
        <p:nvSpPr>
          <p:cNvPr id="4" name="">
            <a:extLst xmlns:a="http://schemas.openxmlformats.org/drawingml/2006/main">
              <a:ext uri="{FF2B5EF4-FFF2-40B4-BE49-F238E27FC236}">
                <a16:creationId xmlns:a16="http://schemas.microsoft.com/office/drawing/2014/main" id="{19F51492-62AC-49FF-A2C3-9DAE0C7F306E}"/>
              </a:ext>
            </a:extLst>
          </p:cNvPr>
          <p:cNvSpPr>
            <a:spLocks xmlns:a="http://schemas.openxmlformats.org/drawingml/2006/main" noGrp="1"/>
          </p:cNvSpPr>
          <p:nvPr/>
        </p:nvSpPr>
        <p:spPr>
          <a:xfrm xmlns:a="http://schemas.openxmlformats.org/drawingml/2006/main">
            <a:off x="609600" y="237172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E7B5D4"/>
                </a:solidFill>
                <a:latin typeface="Arial"/>
                <a:ea typeface="Arial"/>
                <a:cs typeface="Arial"/>
              </a:defRPr>
            </a:pPr>
            <a:r>
              <a:rPr sz="4650" b="1">
                <a:solidFill>
                  <a:srgbClr val="E7B5D4"/>
                </a:solidFill>
                <a:latin typeface="Arial"/>
                <a:ea typeface="Arial"/>
                <a:cs typeface="Arial"/>
              </a:rPr>
              <a:t>“Será que a IA</a:t>
            </a:r>
          </a:p>
          <a:p xmlns:a="http://schemas.openxmlformats.org/drawingml/2006/main">
            <a:pPr>
              <a:defRPr sz="4650" b="1">
                <a:solidFill>
                  <a:srgbClr val="E7B5D4"/>
                </a:solidFill>
                <a:latin typeface="Arial"/>
                <a:ea typeface="Arial"/>
                <a:cs typeface="Arial"/>
              </a:defRPr>
            </a:pPr>
            <a:r>
              <a:rPr sz="4650" b="1">
                <a:solidFill>
                  <a:srgbClr val="E7B5D4"/>
                </a:solidFill>
                <a:latin typeface="Arial"/>
                <a:ea typeface="Arial"/>
                <a:cs typeface="Arial"/>
              </a:rPr>
              <a:t>poderia me ajudar a…?”</a:t>
            </a:r>
          </a:p>
        </p:txBody>
      </p:sp>
      <p:sp>
        <p:nvSpPr>
          <p:cNvPr id="5" name="">
            <a:extLst xmlns:a="http://schemas.openxmlformats.org/drawingml/2006/main">
              <a:ext uri="{FF2B5EF4-FFF2-40B4-BE49-F238E27FC236}">
                <a16:creationId xmlns:a16="http://schemas.microsoft.com/office/drawing/2014/main" id="{8A92EFAA-E0BB-44E5-9188-2C46DD2CCA13}"/>
              </a:ext>
            </a:extLst>
          </p:cNvPr>
          <p:cNvSpPr>
            <a:spLocks xmlns:a="http://schemas.openxmlformats.org/drawingml/2006/main" noGrp="1"/>
          </p:cNvSpPr>
          <p:nvPr/>
        </p:nvSpPr>
        <p:spPr>
          <a:xfrm xmlns:a="http://schemas.openxmlformats.org/drawingml/2006/main">
            <a:off x="647700" y="449580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B0ABB0"/>
                </a:solidFill>
                <a:latin typeface="Arial"/>
                <a:ea typeface="Arial"/>
                <a:cs typeface="Arial"/>
              </a:defRPr>
            </a:pPr>
            <a:r>
              <a:rPr sz="2400" b="0">
                <a:solidFill>
                  <a:srgbClr val="B0ABB0"/>
                </a:solidFill>
                <a:latin typeface="Arial"/>
                <a:ea typeface="Arial"/>
                <a:cs typeface="Arial"/>
              </a:rPr>
              <a:t>Uma hipótese que você pode testar.</a:t>
            </a:r>
          </a:p>
        </p:txBody>
      </p:sp>
    </p:spTree>
    <p:extLst>
      <p:ext uri="{BB962C8B-B14F-4D97-AF65-F5344CB8AC3E}">
        <p14:creationId xmlns:p14="http://schemas.microsoft.com/office/powerpoint/2010/main" val="2099724027"/>
      </p:ext>
    </p:extLst>
  </p:cSld>
</p:sld>
</file>

<file path=ppt/slides/slide3.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6CB43F-4174-48DA-9991-04B1325E91FE}"/>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01</a:t>
            </a:r>
          </a:p>
        </p:txBody>
      </p:sp>
      <p:sp>
        <p:nvSpPr>
          <p:cNvPr id="2" name="">
            <a:extLst xmlns:a="http://schemas.openxmlformats.org/drawingml/2006/main">
              <a:ext uri="{FF2B5EF4-FFF2-40B4-BE49-F238E27FC236}">
                <a16:creationId xmlns:a16="http://schemas.microsoft.com/office/drawing/2014/main" id="{BDAE1D9F-89A5-4388-9C8E-35BBAFA18DD5}"/>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3 / 5</a:t>
            </a:r>
          </a:p>
        </p:txBody>
      </p:sp>
      <p:sp>
        <p:nvSpPr>
          <p:cNvPr id="3" name="">
            <a:extLst xmlns:a="http://schemas.openxmlformats.org/drawingml/2006/main">
              <a:ext uri="{FF2B5EF4-FFF2-40B4-BE49-F238E27FC236}">
                <a16:creationId xmlns:a16="http://schemas.microsoft.com/office/drawing/2014/main" id="{B8B9B4AD-2F57-44AB-A496-191C3E8688D7}"/>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F5"/>
                </a:solidFill>
                <a:latin typeface="Arial"/>
                <a:ea typeface="Arial"/>
                <a:cs typeface="Arial"/>
              </a:defRPr>
            </a:pPr>
            <a:r>
              <a:rPr sz="3600" b="1">
                <a:solidFill>
                  <a:srgbClr val="F6F3F5"/>
                </a:solidFill>
                <a:latin typeface="Arial"/>
                <a:ea typeface="Arial"/>
                <a:cs typeface="Arial"/>
              </a:rPr>
              <a:t>Um exemplo pode despertar outro</a:t>
            </a:r>
          </a:p>
        </p:txBody>
      </p:sp>
      <p:sp>
        <p:nvSpPr>
          <p:cNvPr id="4" name="">
            <a:extLst xmlns:a="http://schemas.openxmlformats.org/drawingml/2006/main">
              <a:ext uri="{FF2B5EF4-FFF2-40B4-BE49-F238E27FC236}">
                <a16:creationId xmlns:a16="http://schemas.microsoft.com/office/drawing/2014/main" id="{4DA421CD-45AB-402A-BAD1-016FAA480CBB}"/>
              </a:ext>
            </a:extLst>
          </p:cNvPr>
          <p:cNvSpPr>
            <a:spLocks xmlns:a="http://schemas.openxmlformats.org/drawingml/2006/main" noGrp="1"/>
          </p:cNvSpPr>
          <p:nvPr/>
        </p:nvSpPr>
        <p:spPr>
          <a:xfrm xmlns:a="http://schemas.openxmlformats.org/drawingml/2006/main">
            <a:off x="60960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Ideia que você viu</a:t>
            </a:r>
          </a:p>
        </p:txBody>
      </p:sp>
      <p:sp>
        <p:nvSpPr>
          <p:cNvPr id="5" name="">
            <a:extLst xmlns:a="http://schemas.openxmlformats.org/drawingml/2006/main">
              <a:ext uri="{FF2B5EF4-FFF2-40B4-BE49-F238E27FC236}">
                <a16:creationId xmlns:a16="http://schemas.microsoft.com/office/drawing/2014/main" id="{AC5BBD83-32D1-4123-93E9-358A444F7CB2}"/>
              </a:ext>
            </a:extLst>
          </p:cNvPr>
          <p:cNvSpPr>
            <a:spLocks xmlns:a="http://schemas.openxmlformats.org/drawingml/2006/main" noGrp="1"/>
          </p:cNvSpPr>
          <p:nvPr/>
        </p:nvSpPr>
        <p:spPr>
          <a:xfrm xmlns:a="http://schemas.openxmlformats.org/drawingml/2006/main">
            <a:off x="634365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Pergunta que é sua</a:t>
            </a:r>
          </a:p>
        </p:txBody>
      </p:sp>
      <p:sp>
        <p:nvSpPr>
          <p:cNvPr id="6" name="">
            <a:extLst xmlns:a="http://schemas.openxmlformats.org/drawingml/2006/main">
              <a:ext uri="{FF2B5EF4-FFF2-40B4-BE49-F238E27FC236}">
                <a16:creationId xmlns:a16="http://schemas.microsoft.com/office/drawing/2014/main" id="{26D6C574-B627-4CB4-BEA4-AAB3AAEDB0E6}"/>
              </a:ext>
            </a:extLst>
          </p:cNvPr>
          <p:cNvSpPr>
            <a:spLocks xmlns:a="http://schemas.openxmlformats.org/drawingml/2006/main" noGrp="1"/>
          </p:cNvSpPr>
          <p:nvPr/>
        </p:nvSpPr>
        <p:spPr>
          <a:xfrm xmlns:a="http://schemas.openxmlformats.org/drawingml/2006/main">
            <a:off x="60960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Alguém usou IA para planejar uma viagem.</a:t>
            </a:r>
          </a:p>
        </p:txBody>
      </p:sp>
      <p:sp>
        <p:nvSpPr>
          <p:cNvPr id="7" name="">
            <a:extLst xmlns:a="http://schemas.openxmlformats.org/drawingml/2006/main">
              <a:ext uri="{FF2B5EF4-FFF2-40B4-BE49-F238E27FC236}">
                <a16:creationId xmlns:a16="http://schemas.microsoft.com/office/drawing/2014/main" id="{9B76144A-E6EB-4260-A39D-499358AF6BAE}"/>
              </a:ext>
            </a:extLst>
          </p:cNvPr>
          <p:cNvSpPr>
            <a:spLocks xmlns:a="http://schemas.openxmlformats.org/drawingml/2006/main" noGrp="1"/>
          </p:cNvSpPr>
          <p:nvPr/>
        </p:nvSpPr>
        <p:spPr>
          <a:xfrm xmlns:a="http://schemas.openxmlformats.org/drawingml/2006/main">
            <a:off x="634365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Ela poderia organizar um passeio de duas horas perto de casa?</a:t>
            </a:r>
          </a:p>
        </p:txBody>
      </p:sp>
    </p:spTree>
    <p:extLst>
      <p:ext uri="{BB962C8B-B14F-4D97-AF65-F5344CB8AC3E}">
        <p14:creationId xmlns:p14="http://schemas.microsoft.com/office/powerpoint/2010/main" val="206440886"/>
      </p:ext>
    </p:extLst>
  </p:cSld>
</p:sld>
</file>

<file path=ppt/slides/slide4.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5AED9B-6ED5-4031-82D2-257278996E70}"/>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01</a:t>
            </a:r>
          </a:p>
        </p:txBody>
      </p:sp>
      <p:sp>
        <p:nvSpPr>
          <p:cNvPr id="2" name="">
            <a:extLst xmlns:a="http://schemas.openxmlformats.org/drawingml/2006/main">
              <a:ext uri="{FF2B5EF4-FFF2-40B4-BE49-F238E27FC236}">
                <a16:creationId xmlns:a16="http://schemas.microsoft.com/office/drawing/2014/main" id="{5B90DFD0-F1CC-4A9A-9181-090981348BCA}"/>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4 / 5</a:t>
            </a:r>
          </a:p>
        </p:txBody>
      </p:sp>
      <p:sp>
        <p:nvSpPr>
          <p:cNvPr id="3" name="">
            <a:extLst xmlns:a="http://schemas.openxmlformats.org/drawingml/2006/main">
              <a:ext uri="{FF2B5EF4-FFF2-40B4-BE49-F238E27FC236}">
                <a16:creationId xmlns:a16="http://schemas.microsoft.com/office/drawing/2014/main" id="{8FA22964-B611-4071-B90E-D448F2CF7E63}"/>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F5"/>
                </a:solidFill>
                <a:latin typeface="Arial"/>
                <a:ea typeface="Arial"/>
                <a:cs typeface="Arial"/>
              </a:defRPr>
            </a:pPr>
            <a:r>
              <a:rPr sz="3600" b="1">
                <a:solidFill>
                  <a:srgbClr val="F6F3F5"/>
                </a:solidFill>
                <a:latin typeface="Arial"/>
                <a:ea typeface="Arial"/>
                <a:cs typeface="Arial"/>
              </a:rPr>
              <a:t>Onde procurar possibilidades</a:t>
            </a:r>
          </a:p>
        </p:txBody>
      </p:sp>
      <p:sp>
        <p:nvSpPr>
          <p:cNvPr id="4" name="">
            <a:extLst xmlns:a="http://schemas.openxmlformats.org/drawingml/2006/main">
              <a:ext uri="{FF2B5EF4-FFF2-40B4-BE49-F238E27FC236}">
                <a16:creationId xmlns:a16="http://schemas.microsoft.com/office/drawing/2014/main" id="{E1FC06C4-FD64-427B-9155-7E6106796835}"/>
              </a:ext>
            </a:extLst>
          </p:cNvPr>
          <p:cNvSpPr>
            <a:spLocks xmlns:a="http://schemas.openxmlformats.org/drawingml/2006/main" noGrp="1"/>
          </p:cNvSpPr>
          <p:nvPr/>
        </p:nvSpPr>
        <p:spPr>
          <a:xfrm xmlns:a="http://schemas.openxmlformats.org/drawingml/2006/main">
            <a:off x="60960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Algo que emperra</a:t>
            </a:r>
          </a:p>
        </p:txBody>
      </p:sp>
      <p:sp>
        <p:nvSpPr>
          <p:cNvPr id="5" name="">
            <a:extLst xmlns:a="http://schemas.openxmlformats.org/drawingml/2006/main">
              <a:ext uri="{FF2B5EF4-FFF2-40B4-BE49-F238E27FC236}">
                <a16:creationId xmlns:a16="http://schemas.microsoft.com/office/drawing/2014/main" id="{B5A49B58-BDC9-43E7-8053-A2FF92BB298F}"/>
              </a:ext>
            </a:extLst>
          </p:cNvPr>
          <p:cNvSpPr>
            <a:spLocks xmlns:a="http://schemas.openxmlformats.org/drawingml/2006/main" noGrp="1"/>
          </p:cNvSpPr>
          <p:nvPr/>
        </p:nvSpPr>
        <p:spPr>
          <a:xfrm xmlns:a="http://schemas.openxmlformats.org/drawingml/2006/main">
            <a:off x="634365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Algo que interessa</a:t>
            </a:r>
          </a:p>
        </p:txBody>
      </p:sp>
      <p:sp>
        <p:nvSpPr>
          <p:cNvPr id="6" name="">
            <a:extLst xmlns:a="http://schemas.openxmlformats.org/drawingml/2006/main">
              <a:ext uri="{FF2B5EF4-FFF2-40B4-BE49-F238E27FC236}">
                <a16:creationId xmlns:a16="http://schemas.microsoft.com/office/drawing/2014/main" id="{0AF5CCD6-4A9B-4D20-A1A6-312D124BC499}"/>
              </a:ext>
            </a:extLst>
          </p:cNvPr>
          <p:cNvSpPr>
            <a:spLocks xmlns:a="http://schemas.openxmlformats.org/drawingml/2006/main" noGrp="1"/>
          </p:cNvSpPr>
          <p:nvPr/>
        </p:nvSpPr>
        <p:spPr>
          <a:xfrm xmlns:a="http://schemas.openxmlformats.org/drawingml/2006/main">
            <a:off x="60960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Uma tarefa repetitiva, uma dúvida ou uma ideia que não sai do lugar.</a:t>
            </a:r>
          </a:p>
        </p:txBody>
      </p:sp>
      <p:sp>
        <p:nvSpPr>
          <p:cNvPr id="7" name="">
            <a:extLst xmlns:a="http://schemas.openxmlformats.org/drawingml/2006/main">
              <a:ext uri="{FF2B5EF4-FFF2-40B4-BE49-F238E27FC236}">
                <a16:creationId xmlns:a16="http://schemas.microsoft.com/office/drawing/2014/main" id="{10022A77-D5A5-43EC-846F-53EC76994598}"/>
              </a:ext>
            </a:extLst>
          </p:cNvPr>
          <p:cNvSpPr>
            <a:spLocks xmlns:a="http://schemas.openxmlformats.org/drawingml/2006/main" noGrp="1"/>
          </p:cNvSpPr>
          <p:nvPr/>
        </p:nvSpPr>
        <p:spPr>
          <a:xfrm xmlns:a="http://schemas.openxmlformats.org/drawingml/2006/main">
            <a:off x="634365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Um hobby, um assunto que você quer entender ou um projeto pessoal.</a:t>
            </a:r>
          </a:p>
        </p:txBody>
      </p:sp>
    </p:spTree>
    <p:extLst>
      <p:ext uri="{BB962C8B-B14F-4D97-AF65-F5344CB8AC3E}">
        <p14:creationId xmlns:p14="http://schemas.microsoft.com/office/powerpoint/2010/main" val="2062773014"/>
      </p:ext>
    </p:extLst>
  </p:cSld>
</p:sld>
</file>

<file path=ppt/slides/slide5.xml><?xml version="1.0" encoding="utf-8"?>
<p:sld xmlns:p="http://schemas.openxmlformats.org/presentationml/2006/main">
  <p:cSld>
    <p:bg>
      <p:bgPr>
        <a:solidFill xmlns:a="http://schemas.openxmlformats.org/drawingml/2006/main">
          <a:srgbClr val="E7B5D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30BC4C-8A31-498B-B5A7-159EA13407B2}"/>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434B"/>
                </a:solidFill>
                <a:latin typeface="Arial"/>
                <a:ea typeface="Arial"/>
                <a:cs typeface="Arial"/>
              </a:defRPr>
            </a:pPr>
            <a:r>
              <a:rPr sz="1350" b="0">
                <a:solidFill>
                  <a:srgbClr val="51434B"/>
                </a:solidFill>
                <a:latin typeface="Arial"/>
                <a:ea typeface="Arial"/>
                <a:cs typeface="Arial"/>
              </a:rPr>
              <a:t>EMADA ACADEMY     /     AULA 01</a:t>
            </a:r>
          </a:p>
        </p:txBody>
      </p:sp>
      <p:sp>
        <p:nvSpPr>
          <p:cNvPr id="2" name="">
            <a:extLst xmlns:a="http://schemas.openxmlformats.org/drawingml/2006/main">
              <a:ext uri="{FF2B5EF4-FFF2-40B4-BE49-F238E27FC236}">
                <a16:creationId xmlns:a16="http://schemas.microsoft.com/office/drawing/2014/main" id="{2154F344-735E-4659-8C4A-081A2350D6B4}"/>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434B"/>
                </a:solidFill>
                <a:latin typeface="Arial"/>
                <a:ea typeface="Arial"/>
                <a:cs typeface="Arial"/>
              </a:defRPr>
            </a:pPr>
            <a:r>
              <a:rPr sz="1350" b="0">
                <a:solidFill>
                  <a:srgbClr val="51434B"/>
                </a:solidFill>
                <a:latin typeface="Arial"/>
                <a:ea typeface="Arial"/>
                <a:cs typeface="Arial"/>
              </a:rPr>
              <a:t>5 / 5</a:t>
            </a:r>
          </a:p>
        </p:txBody>
      </p:sp>
      <p:sp>
        <p:nvSpPr>
          <p:cNvPr id="3" name="">
            <a:extLst xmlns:a="http://schemas.openxmlformats.org/drawingml/2006/main">
              <a:ext uri="{FF2B5EF4-FFF2-40B4-BE49-F238E27FC236}">
                <a16:creationId xmlns:a16="http://schemas.microsoft.com/office/drawing/2014/main" id="{E424F2E3-A89C-4335-9303-F6EB951CD56A}"/>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1010"/>
                </a:solidFill>
                <a:latin typeface="Arial"/>
                <a:ea typeface="Arial"/>
                <a:cs typeface="Arial"/>
              </a:defRPr>
            </a:pPr>
            <a:r>
              <a:rPr sz="3600" b="1">
                <a:solidFill>
                  <a:srgbClr val="101010"/>
                </a:solidFill>
                <a:latin typeface="Arial"/>
                <a:ea typeface="Arial"/>
                <a:cs typeface="Arial"/>
              </a:rPr>
              <a:t>Dez possibilidades, uma escolha</a:t>
            </a:r>
          </a:p>
        </p:txBody>
      </p:sp>
      <p:sp>
        <p:nvSpPr>
          <p:cNvPr id="4" name="">
            <a:extLst xmlns:a="http://schemas.openxmlformats.org/drawingml/2006/main">
              <a:ext uri="{FF2B5EF4-FFF2-40B4-BE49-F238E27FC236}">
                <a16:creationId xmlns:a16="http://schemas.microsoft.com/office/drawing/2014/main" id="{86AE596C-4976-4367-A9E1-8A8AE104F22B}"/>
              </a:ext>
            </a:extLst>
          </p:cNvPr>
          <p:cNvSpPr>
            <a:spLocks xmlns:a="http://schemas.openxmlformats.org/drawingml/2006/main" noGrp="1"/>
          </p:cNvSpPr>
          <p:nvPr/>
        </p:nvSpPr>
        <p:spPr>
          <a:xfrm xmlns:a="http://schemas.openxmlformats.org/drawingml/2006/main">
            <a:off x="609600" y="237172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01010"/>
                </a:solidFill>
                <a:latin typeface="Arial"/>
                <a:ea typeface="Arial"/>
                <a:cs typeface="Arial"/>
              </a:defRPr>
            </a:pPr>
            <a:r>
              <a:rPr sz="4650" b="1">
                <a:solidFill>
                  <a:srgbClr val="101010"/>
                </a:solidFill>
                <a:latin typeface="Arial"/>
                <a:ea typeface="Arial"/>
                <a:cs typeface="Arial"/>
              </a:rPr>
              <a:t>“Será que a IA</a:t>
            </a:r>
          </a:p>
          <a:p xmlns:a="http://schemas.openxmlformats.org/drawingml/2006/main">
            <a:pPr>
              <a:defRPr sz="4650" b="1">
                <a:solidFill>
                  <a:srgbClr val="101010"/>
                </a:solidFill>
                <a:latin typeface="Arial"/>
                <a:ea typeface="Arial"/>
                <a:cs typeface="Arial"/>
              </a:defRPr>
            </a:pPr>
            <a:r>
              <a:rPr sz="4650" b="1">
                <a:solidFill>
                  <a:srgbClr val="101010"/>
                </a:solidFill>
                <a:latin typeface="Arial"/>
                <a:ea typeface="Arial"/>
                <a:cs typeface="Arial"/>
              </a:rPr>
              <a:t>poderia me ajudar a…?”</a:t>
            </a:r>
          </a:p>
        </p:txBody>
      </p:sp>
      <p:sp>
        <p:nvSpPr>
          <p:cNvPr id="5" name="">
            <a:extLst xmlns:a="http://schemas.openxmlformats.org/drawingml/2006/main">
              <a:ext uri="{FF2B5EF4-FFF2-40B4-BE49-F238E27FC236}">
                <a16:creationId xmlns:a16="http://schemas.microsoft.com/office/drawing/2014/main" id="{818106F3-B5EF-4531-A346-BE39AD1B5A49}"/>
              </a:ext>
            </a:extLst>
          </p:cNvPr>
          <p:cNvSpPr>
            <a:spLocks xmlns:a="http://schemas.openxmlformats.org/drawingml/2006/main" noGrp="1"/>
          </p:cNvSpPr>
          <p:nvPr/>
        </p:nvSpPr>
        <p:spPr>
          <a:xfrm xmlns:a="http://schemas.openxmlformats.org/drawingml/2006/main">
            <a:off x="647700" y="449580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1434B"/>
                </a:solidFill>
                <a:latin typeface="Arial"/>
                <a:ea typeface="Arial"/>
                <a:cs typeface="Arial"/>
              </a:defRPr>
            </a:pPr>
            <a:r>
              <a:rPr sz="2400" b="0">
                <a:solidFill>
                  <a:srgbClr val="51434B"/>
                </a:solidFill>
                <a:latin typeface="Arial"/>
                <a:ea typeface="Arial"/>
                <a:cs typeface="Arial"/>
              </a:rPr>
              <a:t>Liste dez ideias. Escolha uma que importe para você e seja simples de avaliar.</a:t>
            </a:r>
          </a:p>
        </p:txBody>
      </p:sp>
    </p:spTree>
    <p:extLst>
      <p:ext uri="{BB962C8B-B14F-4D97-AF65-F5344CB8AC3E}">
        <p14:creationId xmlns:p14="http://schemas.microsoft.com/office/powerpoint/2010/main" val="19915335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2026-09-10T17:36:32.0980000Z</dcterms:created>
  <dcterms:modified xsi:type="dcterms:W3CDTF">2026-09-10T17:36:32.0980000Z</dcterms:modified>
</coreProperties>
</file>