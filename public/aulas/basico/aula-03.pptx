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1ee19ed682f483f" /><Relationship Type="http://schemas.openxmlformats.org/officeDocument/2006/relationships/extended-properties" Target="/docProps/app.xml" Id="R5ff2031afcb44d78" /><Relationship Type="http://schemas.openxmlformats.org/officeDocument/2006/relationships/officeDocument" Target="/ppt/presentation.xml" Id="R1eb50e2e4fa64f4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4d732d3d4194270"/>
  </p:sldMasterIdLst>
  <p:notesMasterIdLst>
    <p:notesMasterId xmlns:r="http://schemas.openxmlformats.org/officeDocument/2006/relationships" r:id="Rd0190adfd1014c08"/>
  </p:notesMasterIdLst>
  <p:sldIdLst>
    <p:sldId xmlns:r="http://schemas.openxmlformats.org/officeDocument/2006/relationships" id="256" r:id="R43b55092ff4e4736"/>
    <p:sldId xmlns:r="http://schemas.openxmlformats.org/officeDocument/2006/relationships" id="257" r:id="R3286f68d2e164033"/>
    <p:sldId xmlns:r="http://schemas.openxmlformats.org/officeDocument/2006/relationships" id="258" r:id="R17901a4f59a144cc"/>
    <p:sldId xmlns:r="http://schemas.openxmlformats.org/officeDocument/2006/relationships" id="259" r:id="R04bc2ceb371344e9"/>
    <p:sldId xmlns:r="http://schemas.openxmlformats.org/officeDocument/2006/relationships" id="260" r:id="R7fb1918a061b4f6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577dfb3fd0d43f3" /><Relationship Type="http://schemas.openxmlformats.org/officeDocument/2006/relationships/slideMaster" Target="/ppt/slideMasters/slideMaster1.xml" Id="Rb4d732d3d4194270" /><Relationship Type="http://schemas.openxmlformats.org/officeDocument/2006/relationships/notesMaster" Target="/ppt/notesMasters/notesMaster1.xml" Id="Rd0190adfd1014c08" /><Relationship Type="http://schemas.openxmlformats.org/officeDocument/2006/relationships/presProps" Target="/ppt/presProps.xml" Id="Rdac743dada604ac5" /><Relationship Type="http://schemas.openxmlformats.org/officeDocument/2006/relationships/tableStyles" Target="/ppt/tableStyles.xml" Id="R88bb516185204a30" /><Relationship Type="http://schemas.openxmlformats.org/officeDocument/2006/relationships/slide" Target="/ppt/slides/slide1.xml" Id="R43b55092ff4e4736" /><Relationship Type="http://schemas.openxmlformats.org/officeDocument/2006/relationships/slide" Target="/ppt/slides/slide2.xml" Id="R3286f68d2e164033" /><Relationship Type="http://schemas.openxmlformats.org/officeDocument/2006/relationships/slide" Target="/ppt/slides/slide3.xml" Id="R17901a4f59a144cc" /><Relationship Type="http://schemas.openxmlformats.org/officeDocument/2006/relationships/slide" Target="/ppt/slides/slide4.xml" Id="R04bc2ceb371344e9" /><Relationship Type="http://schemas.openxmlformats.org/officeDocument/2006/relationships/slide" Target="/ppt/slides/slide5.xml" Id="R7fb1918a061b4f6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39e54dcca6045b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801de9f74674523" /><Relationship Type="http://schemas.openxmlformats.org/officeDocument/2006/relationships/notesMaster" Target="/ppt/notesMasters/notesMaster1.xml" Id="R460d887b97f7463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c89e804747c4aba" /><Relationship Type="http://schemas.openxmlformats.org/officeDocument/2006/relationships/notesMaster" Target="/ppt/notesMasters/notesMaster1.xml" Id="Rf18862b88e764e9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cccb4e299e5478b" /><Relationship Type="http://schemas.openxmlformats.org/officeDocument/2006/relationships/notesMaster" Target="/ppt/notesMasters/notesMaster1.xml" Id="R8691a57be76e419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7acccae798f4f15" /><Relationship Type="http://schemas.openxmlformats.org/officeDocument/2006/relationships/notesMaster" Target="/ppt/notesMasters/notesMaster1.xml" Id="R4a0503bdfe96435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db8f2430dde4ca6" /><Relationship Type="http://schemas.openxmlformats.org/officeDocument/2006/relationships/notesMaster" Target="/ppt/notesMasters/notesMaster1.xml" Id="Rc2f05fcd0bfa489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ROTEIRO</a:t>
            </a:r>
          </a:p>
          <a:p xmlns:a="http://schemas.openxmlformats.org/drawingml/2006/main">
            <a:r>
              <a:t>Você faz um pedido, a resposta vem genérica e a vontade é concluir que a ferramenta não serve. Às vezes ela realmente não serve para aquela tarefa. Mas uma tentativa só deixa muita coisa sem resposta. Faltou contexto? O pedido estava amplo? A ferramenta ignorou uma condição? Nesta aula, a gente vai testar com um pouco mais de método.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GRAVAÇÃO</a:t>
            </a:r>
          </a:p>
          <a:p xmlns:a="http://schemas.openxmlformats.org/drawingml/2006/main">
            <a:r>
              <a:t>Câmera. Não prometa que todo resultado ruim terá solução.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REFERÊNCIA PEDAGÓGICA</a:t>
            </a:r>
          </a:p>
          <a:p xmlns:a="http://schemas.openxmlformats.org/drawingml/2006/main">
            <a:r>
              <a:t>Jeremy Utley, AI Learning Series. 03 – Discover the Power of AI for Yourself, 4 jun. 2026. Email consultado na caixa da usuária nesta conversa. Roteiro original em português, adaptado para a Emada Academy. Exemplos e exercícios hipotéticos, sem promessa de resultado.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ROTEIRO</a:t>
            </a:r>
          </a:p>
          <a:p xmlns:a="http://schemas.openxmlformats.org/drawingml/2006/main">
            <a:r>
              <a:t>Antes de comparar respostas, escolha um critério. Se você quer estudar um assunto, talvez precise de uma explicação compreensível com um exemplo correto. Se quer organizar a semana, o plano precisa caber nos horários disponíveis. Esse critério evita que você confunda uma resposta longa ou bem escrita com uma resposta que resolve o que você pediu.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GRAVAÇÃO</a:t>
            </a:r>
          </a:p>
          <a:p xmlns:a="http://schemas.openxmlformats.org/drawingml/2006/main">
            <a:r>
              <a:t>Slide. Relacione o critério ao projeto do aluno.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REFERÊNCIA PEDAGÓGICA</a:t>
            </a:r>
          </a:p>
          <a:p xmlns:a="http://schemas.openxmlformats.org/drawingml/2006/main">
            <a:r>
              <a:t>Jeremy Utley, AI Learning Series. 03 – Discover the Power of AI for Yourself, 4 jun. 2026. Email consultado na caixa da usuária nesta conversa. Roteiro original em português, adaptado para a Emada Academy. Exemplos e exercícios hipotéticos, sem promessa de resultado.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ROTEIRO</a:t>
            </a:r>
          </a:p>
          <a:p xmlns:a="http://schemas.openxmlformats.org/drawingml/2006/main">
            <a:r>
              <a:t>Vamos usar porcentagem como exemplo. Primeiro, faça um pedido simples. Depois, acrescente que você é iniciante e quer um exemplo de desconto. Na terceira tentativa, diga qual trecho continuou confuso e peça um exercício. Observe o efeito de cada mudança. Você pode fazer isso no mesmo chat, deixando claro que quer uma revisão da explicação anterior.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GRAVAÇÃO</a:t>
            </a:r>
          </a:p>
          <a:p xmlns:a="http://schemas.openxmlformats.org/drawingml/2006/main">
            <a:r>
              <a:t>Slide. Exemplos de pedidos, sem alegar um resultado previamente testado.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REFERÊNCIA PEDAGÓGICA</a:t>
            </a:r>
          </a:p>
          <a:p xmlns:a="http://schemas.openxmlformats.org/drawingml/2006/main">
            <a:r>
              <a:t>Jeremy Utley, AI Learning Series. 03 – Discover the Power of AI for Yourself, 4 jun. 2026. Email consultado na caixa da usuária nesta conversa. Roteiro original em português, adaptado para a Emada Academy. Exemplos e exercícios hipotéticos, sem promessa de resultado.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ROTEIRO</a:t>
            </a:r>
          </a:p>
          <a:p xmlns:a="http://schemas.openxmlformats.org/drawingml/2006/main">
            <a:r>
              <a:t>Agora compare usando o critério que escolheu. A segunda resposta ficou mais adequada? A terceira resolveu sua dúvida? E atenção: pedir que a própria IA revise algo pode ajudar, mas não garante que esteja correto. Para um cálculo simples, confira a conta. Para uma informação factual, consulte uma fonte confiável. A verificação faz parte do experimento.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GRAVAÇÃO</a:t>
            </a:r>
          </a:p>
          <a:p xmlns:a="http://schemas.openxmlformats.org/drawingml/2006/main">
            <a:r>
              <a:t>Slide. Dê um exemplo verbal: desconto de 10% em R$ 100 equivale a R$ 10.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REFERÊNCIA PEDAGÓGICA</a:t>
            </a:r>
          </a:p>
          <a:p xmlns:a="http://schemas.openxmlformats.org/drawingml/2006/main">
            <a:r>
              <a:t>Jeremy Utley, AI Learning Series. 03 – Discover the Power of AI for Yourself, 4 jun. 2026. Email consultado na caixa da usuária nesta conversa. Roteiro original em português, adaptado para a Emada Academy. Exemplos e exercícios hipotéticos, sem promessa de resultado.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ROTEIRO</a:t>
            </a:r>
          </a:p>
          <a:p xmlns:a="http://schemas.openxmlformats.org/drawingml/2006/main">
            <a:r>
              <a:t>Escolha uma tarefa pequena e faça as três tentativas. Reserve até quinze minutos para isso. Se a ferramenta continuar errando ou consumindo mais esforço do que ajuda, registre esse limite e encerre o teste. Praticar também inclui aprender quando mudar de estratégia. O registro de hoje vai ajudar você a repetir o que funcionou sem começar do zero toda vez.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GRAVAÇÃO</a:t>
            </a:r>
          </a:p>
          <a:p xmlns:a="http://schemas.openxmlformats.org/drawingml/2006/main">
            <a:r>
              <a:t>Slide final. Atividade de até quinze minutos.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REFERÊNCIA PEDAGÓGICA</a:t>
            </a:r>
          </a:p>
          <a:p xmlns:a="http://schemas.openxmlformats.org/drawingml/2006/main">
            <a:r>
              <a:t>Jeremy Utley, AI Learning Series. 03 – Discover the Power of AI for Yourself, 4 jun. 2026. Email consultado na caixa da usuária nesta conversa. Roteiro original em português, adaptado para a Emada Academy. Exemplos e exercícios hipotéticos, sem promessa de resultado.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707b326194f496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68bf9da6b0b419a" /><Relationship Type="http://schemas.openxmlformats.org/officeDocument/2006/relationships/slideLayout" Target="/ppt/slideLayouts/slideLayout1.xml" Id="R07fda7b368ee4c7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7fda7b368ee4c7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a7019ba2964eb3" /><Relationship Type="http://schemas.openxmlformats.org/officeDocument/2006/relationships/notesSlide" Target="/ppt/notesSlides/notesSlide1.xml" Id="R85d021a327564ae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e63b4cbae44460" /><Relationship Type="http://schemas.openxmlformats.org/officeDocument/2006/relationships/notesSlide" Target="/ppt/notesSlides/notesSlide2.xml" Id="R37a35c7d4eca4d0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6d4e7bf4ad416c" /><Relationship Type="http://schemas.openxmlformats.org/officeDocument/2006/relationships/notesSlide" Target="/ppt/notesSlides/notesSlide3.xml" Id="R8f385d08ba1b442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9fc2b63bbb42a2" /><Relationship Type="http://schemas.openxmlformats.org/officeDocument/2006/relationships/notesSlide" Target="/ppt/notesSlides/notesSlide4.xml" Id="R3e07186024a3402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b138c81b0e4be2" /><Relationship Type="http://schemas.openxmlformats.org/officeDocument/2006/relationships/notesSlide" Target="/ppt/notesSlides/notesSlide5.xml" Id="R5114ce19d9e14fa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10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8366DA-8759-402B-9738-3529F3660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00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0ABB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0ABB0"/>
                </a:solidFill>
                <a:latin typeface="Arial"/>
                <a:ea typeface="Arial"/>
                <a:cs typeface="Arial"/>
              </a:rPr>
              <a:t>EMADA ACADEMY     /     AULA 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5B861A-B18B-4059-84B7-A42BEB441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2385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0ABB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0ABB0"/>
                </a:solidFill>
                <a:latin typeface="Arial"/>
                <a:ea typeface="Arial"/>
                <a:cs typeface="Arial"/>
              </a:rPr>
              <a:t>1 / 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21A7A3-CA93-46DA-A6A3-64EAE8B16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19275"/>
            <a:ext cx="73342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100" b="1">
                <a:solidFill>
                  <a:srgbClr val="F6F3F5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F6F3F5"/>
                </a:solidFill>
                <a:latin typeface="Arial"/>
                <a:ea typeface="Arial"/>
                <a:cs typeface="Arial"/>
              </a:rPr>
              <a:t>Experimentar</a:t>
            </a:r>
          </a:p>
          <a:p xmlns:a="http://schemas.openxmlformats.org/drawingml/2006/main">
            <a:pPr>
              <a:defRPr sz="5100" b="1">
                <a:solidFill>
                  <a:srgbClr val="F6F3F5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F6F3F5"/>
                </a:solidFill>
                <a:latin typeface="Arial"/>
                <a:ea typeface="Arial"/>
                <a:cs typeface="Arial"/>
              </a:rPr>
              <a:t>e avaliar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4EB66C-14FC-4FB0-A9C0-C99B598C4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81475"/>
            <a:ext cx="6477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B0ABB0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B0ABB0"/>
                </a:solidFill>
                <a:latin typeface="Arial"/>
                <a:ea typeface="Arial"/>
                <a:cs typeface="Arial"/>
              </a:rPr>
              <a:t>Uma resposta ruim também pode mostrar o próximo teste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6999AF-771B-4BAA-9BEB-E152434F6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114550"/>
            <a:ext cx="28575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875" b="1">
                <a:solidFill>
                  <a:srgbClr val="E7B5D4"/>
                </a:solidFill>
                <a:latin typeface="Arial"/>
                <a:ea typeface="Arial"/>
                <a:cs typeface="Arial"/>
              </a:defRPr>
            </a:pPr>
            <a:r>
              <a:rPr sz="13875" b="1">
                <a:solidFill>
                  <a:srgbClr val="E7B5D4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99436988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010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643163-30F1-4E04-8A5D-E6EF04EF5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00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0ABB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0ABB0"/>
                </a:solidFill>
                <a:latin typeface="Arial"/>
                <a:ea typeface="Arial"/>
                <a:cs typeface="Arial"/>
              </a:rPr>
              <a:t>EMADA ACADEMY     /     AULA 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A24DB7-0CE0-4444-834E-5B493F6CC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2385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0ABB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0ABB0"/>
                </a:solidFill>
                <a:latin typeface="Arial"/>
                <a:ea typeface="Arial"/>
                <a:cs typeface="Arial"/>
              </a:rPr>
              <a:t>2 / 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933B96-BFA4-4028-8159-36157479D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965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6F3F5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6F3F5"/>
                </a:solidFill>
                <a:latin typeface="Arial"/>
                <a:ea typeface="Arial"/>
                <a:cs typeface="Arial"/>
              </a:rPr>
              <a:t>Um critério antes do teste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73B61F-DFAA-463B-BED7-44C4AD347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71725"/>
            <a:ext cx="107632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E7B5D4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E7B5D4"/>
                </a:solidFill>
                <a:latin typeface="Arial"/>
                <a:ea typeface="Arial"/>
                <a:cs typeface="Arial"/>
              </a:rPr>
              <a:t>Como vou reconhecer</a:t>
            </a:r>
          </a:p>
          <a:p xmlns:a="http://schemas.openxmlformats.org/drawingml/2006/main">
            <a:pPr>
              <a:defRPr sz="4650" b="1">
                <a:solidFill>
                  <a:srgbClr val="E7B5D4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E7B5D4"/>
                </a:solidFill>
                <a:latin typeface="Arial"/>
                <a:ea typeface="Arial"/>
                <a:cs typeface="Arial"/>
              </a:rPr>
              <a:t>uma resposta útil?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313CDD-660F-4867-A95C-44A480E02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95800"/>
            <a:ext cx="10001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B0ABB0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B0ABB0"/>
                </a:solidFill>
                <a:latin typeface="Arial"/>
                <a:ea typeface="Arial"/>
                <a:cs typeface="Arial"/>
              </a:rPr>
              <a:t>Exemplo: uma explicação clara, com um exemplo que eu consiga conferir.</a:t>
            </a:r>
          </a:p>
        </p:txBody>
      </p:sp>
    </p:spTree>
    <p:extLst>
      <p:ext uri="{BB962C8B-B14F-4D97-AF65-F5344CB8AC3E}">
        <p14:creationId xmlns:p14="http://schemas.microsoft.com/office/powerpoint/2010/main" val="105581971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010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47B7DA-56A7-4E30-9B0A-9ECF9AC26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00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0ABB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0ABB0"/>
                </a:solidFill>
                <a:latin typeface="Arial"/>
                <a:ea typeface="Arial"/>
                <a:cs typeface="Arial"/>
              </a:rPr>
              <a:t>EMADA ACADEMY     /     AULA 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F2A6D4-ACAB-4E50-A421-FEFA5ABAD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2385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0ABB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0ABB0"/>
                </a:solidFill>
                <a:latin typeface="Arial"/>
                <a:ea typeface="Arial"/>
                <a:cs typeface="Arial"/>
              </a:rPr>
              <a:t>3 / 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91345E-416F-4567-8A4C-BA4C378AD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965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6F3F5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6F3F5"/>
                </a:solidFill>
                <a:latin typeface="Arial"/>
                <a:ea typeface="Arial"/>
                <a:cs typeface="Arial"/>
              </a:rPr>
              <a:t>Três tentativas da mesma tarefa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4C79A7-F966-4F3C-B71A-44A1B95D5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90750"/>
            <a:ext cx="95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E7B5D4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E7B5D4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2303AE-3E78-406F-A519-6DF028471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190750"/>
            <a:ext cx="9429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F6F3F5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6F3F5"/>
                </a:solidFill>
                <a:latin typeface="Arial"/>
                <a:ea typeface="Arial"/>
                <a:cs typeface="Arial"/>
              </a:rPr>
              <a:t>Pedido inicial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908D5B-FB09-405A-A5FA-C6F070DD2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647950"/>
            <a:ext cx="933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B0ABB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B0ABB0"/>
                </a:solidFill>
                <a:latin typeface="Arial"/>
                <a:ea typeface="Arial"/>
                <a:cs typeface="Arial"/>
              </a:rPr>
              <a:t>Explique porcentagem.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011AF6-7CE3-469D-B54C-C69807E44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514725"/>
            <a:ext cx="95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E7B5D4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E7B5D4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635DAA-3CC1-468C-AEE7-E4B03413E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514725"/>
            <a:ext cx="9429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F6F3F5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6F3F5"/>
                </a:solidFill>
                <a:latin typeface="Arial"/>
                <a:ea typeface="Arial"/>
                <a:cs typeface="Arial"/>
              </a:rPr>
              <a:t>Mais contexto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D025ED-FA50-48BC-8B4A-0D07993B7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971925"/>
            <a:ext cx="933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B0ABB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B0ABB0"/>
                </a:solidFill>
                <a:latin typeface="Arial"/>
                <a:ea typeface="Arial"/>
                <a:cs typeface="Arial"/>
              </a:rPr>
              <a:t>Sou iniciante. Use o exemplo de um desconto.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D74058-BF09-447A-AF4E-622F69AB0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838700"/>
            <a:ext cx="95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E7B5D4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E7B5D4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38066E-8470-4CF4-9085-27A59BF7B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838700"/>
            <a:ext cx="9429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F6F3F5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6F3F5"/>
                </a:solidFill>
                <a:latin typeface="Arial"/>
                <a:ea typeface="Arial"/>
                <a:cs typeface="Arial"/>
              </a:rPr>
              <a:t>Revisão dirigida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F194B5-DB3F-4769-9029-31BA09574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295900"/>
            <a:ext cx="933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B0ABB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B0ABB0"/>
                </a:solidFill>
                <a:latin typeface="Arial"/>
                <a:ea typeface="Arial"/>
                <a:cs typeface="Arial"/>
              </a:rPr>
              <a:t>Explique a etapa que ficou confusa e proponha um exercício.</a:t>
            </a:r>
          </a:p>
        </p:txBody>
      </p:sp>
    </p:spTree>
    <p:extLst>
      <p:ext uri="{BB962C8B-B14F-4D97-AF65-F5344CB8AC3E}">
        <p14:creationId xmlns:p14="http://schemas.microsoft.com/office/powerpoint/2010/main" val="154808631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010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2E61E1-E0DB-408A-B833-43183AFFD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00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0ABB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0ABB0"/>
                </a:solidFill>
                <a:latin typeface="Arial"/>
                <a:ea typeface="Arial"/>
                <a:cs typeface="Arial"/>
              </a:rPr>
              <a:t>EMADA ACADEMY     /     AULA 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2B6AF4-9928-4B1E-8262-41D780A4C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2385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0ABB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0ABB0"/>
                </a:solidFill>
                <a:latin typeface="Arial"/>
                <a:ea typeface="Arial"/>
                <a:cs typeface="Arial"/>
              </a:rPr>
              <a:t>4 / 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E88B33-CC07-4D37-B7C2-8EFB03F64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965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6F3F5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6F3F5"/>
                </a:solidFill>
                <a:latin typeface="Arial"/>
                <a:ea typeface="Arial"/>
                <a:cs typeface="Arial"/>
              </a:rPr>
              <a:t>Uma comparação que ensina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764F7A-D047-4F0D-B8FF-D0E61C363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4857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E7B5D4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E7B5D4"/>
                </a:solidFill>
                <a:latin typeface="Arial"/>
                <a:ea typeface="Arial"/>
                <a:cs typeface="Arial"/>
              </a:rPr>
              <a:t>O que melhorou?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9FB826-DA1B-41BD-BF98-5C73A04FF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571750"/>
            <a:ext cx="4857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E7B5D4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E7B5D4"/>
                </a:solidFill>
                <a:latin typeface="Arial"/>
                <a:ea typeface="Arial"/>
                <a:cs typeface="Arial"/>
              </a:rPr>
              <a:t>O que falta conferir?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9F70C2-AC78-45AC-86DC-98B715076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62325"/>
            <a:ext cx="4762500" cy="217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F6F3F5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F6F3F5"/>
                </a:solidFill>
                <a:latin typeface="Arial"/>
                <a:ea typeface="Arial"/>
                <a:cs typeface="Arial"/>
              </a:rPr>
              <a:t>Ficou mais claro? Respeitou o contexto? Ajudou a fazer a tarefa?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3C8522-6E98-44C9-8042-3F26037E4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362325"/>
            <a:ext cx="4762500" cy="217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F6F3F5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F6F3F5"/>
                </a:solidFill>
                <a:latin typeface="Arial"/>
                <a:ea typeface="Arial"/>
                <a:cs typeface="Arial"/>
              </a:rPr>
              <a:t>Fatos, cálculos, referências ou condições que a IA ignorou.</a:t>
            </a:r>
          </a:p>
        </p:txBody>
      </p:sp>
    </p:spTree>
    <p:extLst>
      <p:ext uri="{BB962C8B-B14F-4D97-AF65-F5344CB8AC3E}">
        <p14:creationId xmlns:p14="http://schemas.microsoft.com/office/powerpoint/2010/main" val="80876150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E7B5D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9F7EA0-913D-474B-8AC4-FA284815B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00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1434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1434B"/>
                </a:solidFill>
                <a:latin typeface="Arial"/>
                <a:ea typeface="Arial"/>
                <a:cs typeface="Arial"/>
              </a:rPr>
              <a:t>EMADA ACADEMY     /     AULA 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0CA221-6ECA-44D8-8E2F-56C5223E2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2385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1434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1434B"/>
                </a:solidFill>
                <a:latin typeface="Arial"/>
                <a:ea typeface="Arial"/>
                <a:cs typeface="Arial"/>
              </a:rPr>
              <a:t>5 / 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2C3CED-93EB-46A1-8281-11854B80F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965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01010"/>
                </a:solidFill>
                <a:latin typeface="Arial"/>
                <a:ea typeface="Arial"/>
                <a:cs typeface="Arial"/>
              </a:rPr>
              <a:t>Um teste com começo e fim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134E11-2CE9-4B8D-B680-64BA463E8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71725"/>
            <a:ext cx="107632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101010"/>
                </a:solidFill>
                <a:latin typeface="Arial"/>
                <a:ea typeface="Arial"/>
                <a:cs typeface="Arial"/>
              </a:rPr>
              <a:t>Três tentativas.</a:t>
            </a:r>
          </a:p>
          <a:p xmlns:a="http://schemas.openxmlformats.org/drawingml/2006/main">
            <a:pPr>
              <a:defRPr sz="4650" b="1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101010"/>
                </a:solidFill>
                <a:latin typeface="Arial"/>
                <a:ea typeface="Arial"/>
                <a:cs typeface="Arial"/>
              </a:rPr>
              <a:t>Um aprendizado registrado.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4E60A8-4DC4-4B45-AB86-6B39C2DC4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95800"/>
            <a:ext cx="10001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51434B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51434B"/>
                </a:solidFill>
                <a:latin typeface="Arial"/>
                <a:ea typeface="Arial"/>
                <a:cs typeface="Arial"/>
              </a:rPr>
              <a:t>Reserve até 15 minutos. Anote o que ajudou, o que falhou e o que você faria depois.</a:t>
            </a:r>
          </a:p>
        </p:txBody>
      </p:sp>
    </p:spTree>
    <p:extLst>
      <p:ext uri="{BB962C8B-B14F-4D97-AF65-F5344CB8AC3E}">
        <p14:creationId xmlns:p14="http://schemas.microsoft.com/office/powerpoint/2010/main" val="158931286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2026-09-10T17:36:36.3740000Z</dcterms:created>
  <dcterms:modified xsi:type="dcterms:W3CDTF">2026-09-10T17:36:36.3740000Z</dcterms:modified>
</coreProperties>
</file>