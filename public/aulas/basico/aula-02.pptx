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56d10981234893" /><Relationship Type="http://schemas.openxmlformats.org/officeDocument/2006/relationships/extended-properties" Target="/docProps/app.xml" Id="Rf44f0672b1ef4669" /><Relationship Type="http://schemas.openxmlformats.org/officeDocument/2006/relationships/officeDocument" Target="/ppt/presentation.xml" Id="R75500071f5364f13" /></Relationships>
</file>

<file path=ppt/presentation.xml><?xml version="1.0" encoding="utf-8"?>
<p:presentation xmlns:p="http://schemas.openxmlformats.org/presentationml/2006/main">
  <p:sldMasterIdLst>
    <p:sldMasterId xmlns:r="http://schemas.openxmlformats.org/officeDocument/2006/relationships" id="2147483648" r:id="R06ead0f411bd4b7b"/>
  </p:sldMasterIdLst>
  <p:notesMasterIdLst>
    <p:notesMasterId xmlns:r="http://schemas.openxmlformats.org/officeDocument/2006/relationships" r:id="Reda804774f38431a"/>
  </p:notesMasterIdLst>
  <p:sldIdLst>
    <p:sldId xmlns:r="http://schemas.openxmlformats.org/officeDocument/2006/relationships" id="256" r:id="R93d69c611a5e4d99"/>
    <p:sldId xmlns:r="http://schemas.openxmlformats.org/officeDocument/2006/relationships" id="257" r:id="R18c5a75ac78d4b4e"/>
    <p:sldId xmlns:r="http://schemas.openxmlformats.org/officeDocument/2006/relationships" id="258" r:id="R1f81dddd6405483d"/>
    <p:sldId xmlns:r="http://schemas.openxmlformats.org/officeDocument/2006/relationships" id="259" r:id="Rbdf98c353d73471a"/>
    <p:sldId xmlns:r="http://schemas.openxmlformats.org/officeDocument/2006/relationships" id="260" r:id="R99ad60de54c849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3b0a250d894d22" /><Relationship Type="http://schemas.openxmlformats.org/officeDocument/2006/relationships/slideMaster" Target="/ppt/slideMasters/slideMaster1.xml" Id="R06ead0f411bd4b7b" /><Relationship Type="http://schemas.openxmlformats.org/officeDocument/2006/relationships/notesMaster" Target="/ppt/notesMasters/notesMaster1.xml" Id="Reda804774f38431a" /><Relationship Type="http://schemas.openxmlformats.org/officeDocument/2006/relationships/presProps" Target="/ppt/presProps.xml" Id="Ra31bb4f7a043444d" /><Relationship Type="http://schemas.openxmlformats.org/officeDocument/2006/relationships/tableStyles" Target="/ppt/tableStyles.xml" Id="R4d4f22d5ebcf4167" /><Relationship Type="http://schemas.openxmlformats.org/officeDocument/2006/relationships/slide" Target="/ppt/slides/slide1.xml" Id="R93d69c611a5e4d99" /><Relationship Type="http://schemas.openxmlformats.org/officeDocument/2006/relationships/slide" Target="/ppt/slides/slide2.xml" Id="R18c5a75ac78d4b4e" /><Relationship Type="http://schemas.openxmlformats.org/officeDocument/2006/relationships/slide" Target="/ppt/slides/slide3.xml" Id="R1f81dddd6405483d" /><Relationship Type="http://schemas.openxmlformats.org/officeDocument/2006/relationships/slide" Target="/ppt/slides/slide4.xml" Id="Rbdf98c353d73471a" /><Relationship Type="http://schemas.openxmlformats.org/officeDocument/2006/relationships/slide" Target="/ppt/slides/slide5.xml" Id="R99ad60de54c849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ec54a5141f46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35e1fb92974090" /><Relationship Type="http://schemas.openxmlformats.org/officeDocument/2006/relationships/notesMaster" Target="/ppt/notesMasters/notesMaster1.xml" Id="R7910ede86fa84c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bef132b414448f" /><Relationship Type="http://schemas.openxmlformats.org/officeDocument/2006/relationships/notesMaster" Target="/ppt/notesMasters/notesMaster1.xml" Id="R21a15f6fd5574f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dfb56eb48943db" /><Relationship Type="http://schemas.openxmlformats.org/officeDocument/2006/relationships/notesMaster" Target="/ppt/notesMasters/notesMaster1.xml" Id="R3e2c04a0403343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11cbdf07804ff0" /><Relationship Type="http://schemas.openxmlformats.org/officeDocument/2006/relationships/notesMaster" Target="/ppt/notesMasters/notesMaster1.xml" Id="Rf3b89bae306c4d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830e7a5f34478a" /><Relationship Type="http://schemas.openxmlformats.org/officeDocument/2006/relationships/notesMaster" Target="/ppt/notesMasters/notesMaster1.xml" Id="Rdddebcbd9af448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Sabe quando alguém dá uma sugestão que parece boa, mas você pensa: isso não funciona na minha rotina? Com IA acontece bastante. A diferença é que você pode explicar o que não encaixou e pedir outra versão. Hoje, vamos usar a ideia que você escolheu para chegar a um resultado pequeno que faça sentido para você.</a:t>
            </a:r>
          </a:p>
          <a:p xmlns:a="http://schemas.openxmlformats.org/drawingml/2006/main">
            <a:r>
              <a:t/>
            </a:r>
          </a:p>
          <a:p xmlns:a="http://schemas.openxmlformats.org/drawingml/2006/main">
            <a:r>
              <a:t>GRAVAÇÃO</a:t>
            </a:r>
          </a:p>
          <a:p xmlns:a="http://schemas.openxmlformats.org/drawingml/2006/main">
            <a:r>
              <a:t>Câmera. Use uma entonação de conversa.</a:t>
            </a:r>
          </a:p>
          <a:p xmlns:a="http://schemas.openxmlformats.org/drawingml/2006/main">
            <a:r>
              <a:t/>
            </a:r>
          </a:p>
          <a:p xmlns:a="http://schemas.openxmlformats.org/drawingml/2006/main">
            <a:r>
              <a:t>REFERÊNCIA PEDAGÓGICA</a:t>
            </a:r>
          </a:p>
          <a:p xmlns:a="http://schemas.openxmlformats.org/drawingml/2006/main">
            <a:r>
              <a:t>Jeremy Utley, AI Learning Series. 02 – Commission A Personal AI Project, 3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Vamos usar um exemplo cotidiano: organizar os jantares da semana. Isso pode virar um projeto enorme se você tentar resolver tudo de uma vez. Então, a primeira entrega vai ser só um plano para três noites. Faça o mesmo com a sua ideia: escolha um resultado que você consiga olhar e dizer se serve. Pode ser uma lista, um rascunho ou um pequeno plano.</a:t>
            </a:r>
          </a:p>
          <a:p xmlns:a="http://schemas.openxmlformats.org/drawingml/2006/main">
            <a:r>
              <a:t/>
            </a:r>
          </a:p>
          <a:p xmlns:a="http://schemas.openxmlformats.org/drawingml/2006/main">
            <a:r>
              <a:t>GRAVAÇÃO</a:t>
            </a:r>
          </a:p>
          <a:p xmlns:a="http://schemas.openxmlformats.org/drawingml/2006/main">
            <a:r>
              <a:t>Slide. Explique que cada aluno pode manter o próprio projeto.</a:t>
            </a:r>
          </a:p>
          <a:p xmlns:a="http://schemas.openxmlformats.org/drawingml/2006/main">
            <a:r>
              <a:t/>
            </a:r>
          </a:p>
          <a:p xmlns:a="http://schemas.openxmlformats.org/drawingml/2006/main">
            <a:r>
              <a:t>REFERÊNCIA PEDAGÓGICA</a:t>
            </a:r>
          </a:p>
          <a:p xmlns:a="http://schemas.openxmlformats.org/drawingml/2006/main">
            <a:r>
              <a:t>Jeremy Utley, AI Learning Series. 02 – Commission A Personal AI Project, 3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Nesse pedido, a IA recebe um objetivo e algumas condições. E, em vez de adivinhar os ingredientes, ela precisa perguntar. Você pode responder de um jeito simples, como falaria com alguém. No seu projeto, pense no que uma pessoa precisaria saber para ajudar: o que você quer conseguir, o que já tem e quais limites precisa respeitar.</a:t>
            </a:r>
          </a:p>
          <a:p xmlns:a="http://schemas.openxmlformats.org/drawingml/2006/main">
            <a:r>
              <a:t/>
            </a:r>
          </a:p>
          <a:p xmlns:a="http://schemas.openxmlformats.org/drawingml/2006/main">
            <a:r>
              <a:t>GRAVAÇÃO</a:t>
            </a:r>
          </a:p>
          <a:p xmlns:a="http://schemas.openxmlformats.org/drawingml/2006/main">
            <a:r>
              <a:t>Demonstração opcional de 30–45 segundos com ingredientes fictícios.</a:t>
            </a:r>
          </a:p>
          <a:p xmlns:a="http://schemas.openxmlformats.org/drawingml/2006/main">
            <a:r>
              <a:t/>
            </a:r>
          </a:p>
          <a:p xmlns:a="http://schemas.openxmlformats.org/drawingml/2006/main">
            <a:r>
              <a:t>REFERÊNCIA PEDAGÓGICA</a:t>
            </a:r>
          </a:p>
          <a:p xmlns:a="http://schemas.openxmlformats.org/drawingml/2006/main">
            <a:r>
              <a:t>Jeremy Utley, AI Learning Series. 02 – Commission A Personal AI Project, 3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Quando a resposta chegar, procure alguma coisa que não funciona. Talvez uma receita leve tempo demais ou peça algo que você não quer comprar. Diga exatamente isso. “Melhore” é um pedido aberto demais quando você já sabe qual é o problema. Depois, confira se a nova versão realmente respeitou a condição. A IA também pode errar durante a revisão.</a:t>
            </a:r>
          </a:p>
          <a:p xmlns:a="http://schemas.openxmlformats.org/drawingml/2006/main">
            <a:r>
              <a:t/>
            </a:r>
          </a:p>
          <a:p xmlns:a="http://schemas.openxmlformats.org/drawingml/2006/main">
            <a:r>
              <a:t>GRAVAÇÃO</a:t>
            </a:r>
          </a:p>
          <a:p xmlns:a="http://schemas.openxmlformats.org/drawingml/2006/main">
            <a:r>
              <a:t>Slide ou demonstração. Não apresente uma resposta preparada como resultado ao vivo.</a:t>
            </a:r>
          </a:p>
          <a:p xmlns:a="http://schemas.openxmlformats.org/drawingml/2006/main">
            <a:r>
              <a:t/>
            </a:r>
          </a:p>
          <a:p xmlns:a="http://schemas.openxmlformats.org/drawingml/2006/main">
            <a:r>
              <a:t>REFERÊNCIA PEDAGÓGICA</a:t>
            </a:r>
          </a:p>
          <a:p xmlns:a="http://schemas.openxmlformats.org/drawingml/2006/main">
            <a:r>
              <a:t>Jeremy Utley, AI Learning Series. 02 – Commission A Personal AI Project, 3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Agora faça essa sequência com o seu projeto. Peça uma primeira versão, aponte uma coisa que precisa mudar e avalie a revisão. Guarde as duas respostas para comparar. Se nenhuma funcionar, anote o que faltou. O objetivo é aprender a orientar a ferramenta e reconhecer um resultado útil. Na próxima aula, vamos olhar com mais cuidado para esse processo de experimentar.</a:t>
            </a:r>
          </a:p>
          <a:p xmlns:a="http://schemas.openxmlformats.org/drawingml/2006/main">
            <a:r>
              <a:t/>
            </a:r>
          </a:p>
          <a:p xmlns:a="http://schemas.openxmlformats.org/drawingml/2006/main">
            <a:r>
              <a:t>GRAVAÇÃO</a:t>
            </a:r>
          </a:p>
          <a:p xmlns:a="http://schemas.openxmlformats.org/drawingml/2006/main">
            <a:r>
              <a:t>Slide final. Pausa para atividade de dez minutos.</a:t>
            </a:r>
          </a:p>
          <a:p xmlns:a="http://schemas.openxmlformats.org/drawingml/2006/main">
            <a:r>
              <a:t/>
            </a:r>
          </a:p>
          <a:p xmlns:a="http://schemas.openxmlformats.org/drawingml/2006/main">
            <a:r>
              <a:t>REFERÊNCIA PEDAGÓGICA</a:t>
            </a:r>
          </a:p>
          <a:p xmlns:a="http://schemas.openxmlformats.org/drawingml/2006/main">
            <a:r>
              <a:t>Jeremy Utley, AI Learning Series. 02 – Commission A Personal AI Project, 3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ee042bf04a4e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5f24c138ce4400" /><Relationship Type="http://schemas.openxmlformats.org/officeDocument/2006/relationships/slideLayout" Target="/ppt/slideLayouts/slideLayout1.xml" Id="Rd9273801827c40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273801827c40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ddb16a48ab4b36" /><Relationship Type="http://schemas.openxmlformats.org/officeDocument/2006/relationships/notesSlide" Target="/ppt/notesSlides/notesSlide1.xml" Id="R598f13b3a28042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5801a544cb487a" /><Relationship Type="http://schemas.openxmlformats.org/officeDocument/2006/relationships/notesSlide" Target="/ppt/notesSlides/notesSlide2.xml" Id="R8df2735789c244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0f54ff6104498a" /><Relationship Type="http://schemas.openxmlformats.org/officeDocument/2006/relationships/notesSlide" Target="/ppt/notesSlides/notesSlide3.xml" Id="R80313050e68f44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3d1d8b731a477e" /><Relationship Type="http://schemas.openxmlformats.org/officeDocument/2006/relationships/notesSlide" Target="/ppt/notesSlides/notesSlide4.xml" Id="R57efe68e989a4e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752187c4a34f6d" /><Relationship Type="http://schemas.openxmlformats.org/officeDocument/2006/relationships/notesSlide" Target="/ppt/notesSlides/notesSlide5.xml" Id="R6ceb0b6bb95d4750"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1034B4-E8AB-4189-AC9A-A7D5B8E770DE}"/>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02</a:t>
            </a:r>
          </a:p>
        </p:txBody>
      </p:sp>
      <p:sp>
        <p:nvSpPr>
          <p:cNvPr id="2" name="">
            <a:extLst xmlns:a="http://schemas.openxmlformats.org/drawingml/2006/main">
              <a:ext uri="{FF2B5EF4-FFF2-40B4-BE49-F238E27FC236}">
                <a16:creationId xmlns:a16="http://schemas.microsoft.com/office/drawing/2014/main" id="{7628C303-8DB8-4CFF-94F0-A0719030E445}"/>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AFD500A5-BF8A-40F4-8D04-08F17FAC94D9}"/>
              </a:ext>
            </a:extLst>
          </p:cNvPr>
          <p:cNvSpPr>
            <a:spLocks xmlns:a="http://schemas.openxmlformats.org/drawingml/2006/main" noGrp="1"/>
          </p:cNvSpPr>
          <p:nvPr/>
        </p:nvSpPr>
        <p:spPr>
          <a:xfrm xmlns:a="http://schemas.openxmlformats.org/drawingml/2006/main">
            <a:off x="609600" y="1819275"/>
            <a:ext cx="7334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Seu primeiro</a:t>
            </a:r>
          </a:p>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projeto pessoal</a:t>
            </a:r>
          </a:p>
        </p:txBody>
      </p:sp>
      <p:sp>
        <p:nvSpPr>
          <p:cNvPr id="4" name="">
            <a:extLst xmlns:a="http://schemas.openxmlformats.org/drawingml/2006/main">
              <a:ext uri="{FF2B5EF4-FFF2-40B4-BE49-F238E27FC236}">
                <a16:creationId xmlns:a16="http://schemas.microsoft.com/office/drawing/2014/main" id="{B657DC73-3F2E-46B8-95FB-49811910CFD4}"/>
              </a:ext>
            </a:extLst>
          </p:cNvPr>
          <p:cNvSpPr>
            <a:spLocks xmlns:a="http://schemas.openxmlformats.org/drawingml/2006/main" noGrp="1"/>
          </p:cNvSpPr>
          <p:nvPr/>
        </p:nvSpPr>
        <p:spPr>
          <a:xfrm xmlns:a="http://schemas.openxmlformats.org/drawingml/2006/main">
            <a:off x="647700" y="4181475"/>
            <a:ext cx="647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ABB0"/>
                </a:solidFill>
                <a:latin typeface="Arial"/>
                <a:ea typeface="Arial"/>
                <a:cs typeface="Arial"/>
              </a:defRPr>
            </a:pPr>
            <a:r>
              <a:rPr sz="2250" b="0">
                <a:solidFill>
                  <a:srgbClr val="B0ABB0"/>
                </a:solidFill>
                <a:latin typeface="Arial"/>
                <a:ea typeface="Arial"/>
                <a:cs typeface="Arial"/>
              </a:rPr>
              <a:t>Um assunto seu dá motivo para continuar a conversa</a:t>
            </a:r>
          </a:p>
        </p:txBody>
      </p:sp>
      <p:sp>
        <p:nvSpPr>
          <p:cNvPr id="5" name="">
            <a:extLst xmlns:a="http://schemas.openxmlformats.org/drawingml/2006/main">
              <a:ext uri="{FF2B5EF4-FFF2-40B4-BE49-F238E27FC236}">
                <a16:creationId xmlns:a16="http://schemas.microsoft.com/office/drawing/2014/main" id="{BB9FDE9C-A80A-4373-997C-F4B66CADE3C7}"/>
              </a:ext>
            </a:extLst>
          </p:cNvPr>
          <p:cNvSpPr>
            <a:spLocks xmlns:a="http://schemas.openxmlformats.org/drawingml/2006/main" noGrp="1"/>
          </p:cNvSpPr>
          <p:nvPr/>
        </p:nvSpPr>
        <p:spPr>
          <a:xfrm xmlns:a="http://schemas.openxmlformats.org/drawingml/2006/main">
            <a:off x="8667750" y="2114550"/>
            <a:ext cx="285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875" b="1">
                <a:solidFill>
                  <a:srgbClr val="E7B5D4"/>
                </a:solidFill>
                <a:latin typeface="Arial"/>
                <a:ea typeface="Arial"/>
                <a:cs typeface="Arial"/>
              </a:defRPr>
            </a:pPr>
            <a:r>
              <a:rPr sz="13875" b="1">
                <a:solidFill>
                  <a:srgbClr val="E7B5D4"/>
                </a:solidFill>
                <a:latin typeface="Arial"/>
                <a:ea typeface="Arial"/>
                <a:cs typeface="Arial"/>
              </a:rPr>
              <a:t>02</a:t>
            </a:r>
          </a:p>
        </p:txBody>
      </p:sp>
    </p:spTree>
    <p:extLst>
      <p:ext uri="{BB962C8B-B14F-4D97-AF65-F5344CB8AC3E}">
        <p14:creationId xmlns:p14="http://schemas.microsoft.com/office/powerpoint/2010/main" val="2091824864"/>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C7AA06-B489-4450-8E45-A85164A3B4BE}"/>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02</a:t>
            </a:r>
          </a:p>
        </p:txBody>
      </p:sp>
      <p:sp>
        <p:nvSpPr>
          <p:cNvPr id="2" name="">
            <a:extLst xmlns:a="http://schemas.openxmlformats.org/drawingml/2006/main">
              <a:ext uri="{FF2B5EF4-FFF2-40B4-BE49-F238E27FC236}">
                <a16:creationId xmlns:a16="http://schemas.microsoft.com/office/drawing/2014/main" id="{62475BE3-4E74-4822-A295-ECE2AFDFE14B}"/>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2 / 5</a:t>
            </a:r>
          </a:p>
        </p:txBody>
      </p:sp>
      <p:sp>
        <p:nvSpPr>
          <p:cNvPr id="3" name="">
            <a:extLst xmlns:a="http://schemas.openxmlformats.org/drawingml/2006/main">
              <a:ext uri="{FF2B5EF4-FFF2-40B4-BE49-F238E27FC236}">
                <a16:creationId xmlns:a16="http://schemas.microsoft.com/office/drawing/2014/main" id="{478D34E4-EB24-4F53-A449-03248494047A}"/>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Um projeto que cabe nesta aula</a:t>
            </a:r>
          </a:p>
        </p:txBody>
      </p:sp>
      <p:sp>
        <p:nvSpPr>
          <p:cNvPr id="4" name="">
            <a:extLst xmlns:a="http://schemas.openxmlformats.org/drawingml/2006/main">
              <a:ext uri="{FF2B5EF4-FFF2-40B4-BE49-F238E27FC236}">
                <a16:creationId xmlns:a16="http://schemas.microsoft.com/office/drawing/2014/main" id="{6C4A27B6-21CD-4C31-9C9E-A4AE237EC9EB}"/>
              </a:ext>
            </a:extLst>
          </p:cNvPr>
          <p:cNvSpPr>
            <a:spLocks xmlns:a="http://schemas.openxmlformats.org/drawingml/2006/main" noGrp="1"/>
          </p:cNvSpPr>
          <p:nvPr/>
        </p:nvSpPr>
        <p:spPr>
          <a:xfrm xmlns:a="http://schemas.openxmlformats.org/drawingml/2006/main">
            <a:off x="60960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Objetivo amplo</a:t>
            </a:r>
          </a:p>
        </p:txBody>
      </p:sp>
      <p:sp>
        <p:nvSpPr>
          <p:cNvPr id="5" name="">
            <a:extLst xmlns:a="http://schemas.openxmlformats.org/drawingml/2006/main">
              <a:ext uri="{FF2B5EF4-FFF2-40B4-BE49-F238E27FC236}">
                <a16:creationId xmlns:a16="http://schemas.microsoft.com/office/drawing/2014/main" id="{2E10DAA9-8B63-4F9E-A672-CDD259EACF07}"/>
              </a:ext>
            </a:extLst>
          </p:cNvPr>
          <p:cNvSpPr>
            <a:spLocks xmlns:a="http://schemas.openxmlformats.org/drawingml/2006/main" noGrp="1"/>
          </p:cNvSpPr>
          <p:nvPr/>
        </p:nvSpPr>
        <p:spPr>
          <a:xfrm xmlns:a="http://schemas.openxmlformats.org/drawingml/2006/main">
            <a:off x="634365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Primeira entrega</a:t>
            </a:r>
          </a:p>
        </p:txBody>
      </p:sp>
      <p:sp>
        <p:nvSpPr>
          <p:cNvPr id="6" name="">
            <a:extLst xmlns:a="http://schemas.openxmlformats.org/drawingml/2006/main">
              <a:ext uri="{FF2B5EF4-FFF2-40B4-BE49-F238E27FC236}">
                <a16:creationId xmlns:a16="http://schemas.microsoft.com/office/drawing/2014/main" id="{62F5E585-96CB-429C-B054-1C6189D7FED4}"/>
              </a:ext>
            </a:extLst>
          </p:cNvPr>
          <p:cNvSpPr>
            <a:spLocks xmlns:a="http://schemas.openxmlformats.org/drawingml/2006/main" noGrp="1"/>
          </p:cNvSpPr>
          <p:nvPr/>
        </p:nvSpPr>
        <p:spPr>
          <a:xfrm xmlns:a="http://schemas.openxmlformats.org/drawingml/2006/main">
            <a:off x="60960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Quero organizar minha alimentação.</a:t>
            </a:r>
          </a:p>
        </p:txBody>
      </p:sp>
      <p:sp>
        <p:nvSpPr>
          <p:cNvPr id="7" name="">
            <a:extLst xmlns:a="http://schemas.openxmlformats.org/drawingml/2006/main">
              <a:ext uri="{FF2B5EF4-FFF2-40B4-BE49-F238E27FC236}">
                <a16:creationId xmlns:a16="http://schemas.microsoft.com/office/drawing/2014/main" id="{A34E6E3D-0965-417E-BC12-9B4B2DA91928}"/>
              </a:ext>
            </a:extLst>
          </p:cNvPr>
          <p:cNvSpPr>
            <a:spLocks xmlns:a="http://schemas.openxmlformats.org/drawingml/2006/main" noGrp="1"/>
          </p:cNvSpPr>
          <p:nvPr/>
        </p:nvSpPr>
        <p:spPr>
          <a:xfrm xmlns:a="http://schemas.openxmlformats.org/drawingml/2006/main">
            <a:off x="634365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Um plano de três jantares que caibam no meu tempo.</a:t>
            </a:r>
          </a:p>
        </p:txBody>
      </p:sp>
    </p:spTree>
    <p:extLst>
      <p:ext uri="{BB962C8B-B14F-4D97-AF65-F5344CB8AC3E}">
        <p14:creationId xmlns:p14="http://schemas.microsoft.com/office/powerpoint/2010/main" val="2037833701"/>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2697DB-6CE6-4FF4-914C-16EFED03B671}"/>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02</a:t>
            </a:r>
          </a:p>
        </p:txBody>
      </p:sp>
      <p:sp>
        <p:nvSpPr>
          <p:cNvPr id="2" name="">
            <a:extLst xmlns:a="http://schemas.openxmlformats.org/drawingml/2006/main">
              <a:ext uri="{FF2B5EF4-FFF2-40B4-BE49-F238E27FC236}">
                <a16:creationId xmlns:a16="http://schemas.microsoft.com/office/drawing/2014/main" id="{0BF59E1E-E7ED-4B6D-B1EB-DC77D68088FA}"/>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3 / 5</a:t>
            </a:r>
          </a:p>
        </p:txBody>
      </p:sp>
      <p:sp>
        <p:nvSpPr>
          <p:cNvPr id="3" name="">
            <a:extLst xmlns:a="http://schemas.openxmlformats.org/drawingml/2006/main">
              <a:ext uri="{FF2B5EF4-FFF2-40B4-BE49-F238E27FC236}">
                <a16:creationId xmlns:a16="http://schemas.microsoft.com/office/drawing/2014/main" id="{665EC5D8-9D40-4F1A-8FC5-9C8584457744}"/>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O contexto ajuda a orientar</a:t>
            </a:r>
          </a:p>
        </p:txBody>
      </p:sp>
      <p:sp>
        <p:nvSpPr>
          <p:cNvPr id="4" name="">
            <a:extLst xmlns:a="http://schemas.openxmlformats.org/drawingml/2006/main">
              <a:ext uri="{FF2B5EF4-FFF2-40B4-BE49-F238E27FC236}">
                <a16:creationId xmlns:a16="http://schemas.microsoft.com/office/drawing/2014/main" id="{B1A82B99-4045-457F-B295-431D823F7411}"/>
              </a:ext>
            </a:extLst>
          </p:cNvPr>
          <p:cNvSpPr>
            <a:spLocks xmlns:a="http://schemas.openxmlformats.org/drawingml/2006/main" noGrp="1"/>
          </p:cNvSpPr>
          <p:nvPr/>
        </p:nvSpPr>
        <p:spPr>
          <a:xfrm xmlns:a="http://schemas.openxmlformats.org/drawingml/2006/main">
            <a:off x="628650" y="227647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Quero planejar três jantares para duas pessoas.</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Tenho 20 minutos por noite e quero aproveitar o que já tenho.</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Me pergunte quais ingredientes estão disponíveis antes de sugerir o plano.</a:t>
            </a:r>
          </a:p>
        </p:txBody>
      </p:sp>
      <p:sp>
        <p:nvSpPr>
          <p:cNvPr id="5" name="">
            <a:extLst xmlns:a="http://schemas.openxmlformats.org/drawingml/2006/main">
              <a:ext uri="{FF2B5EF4-FFF2-40B4-BE49-F238E27FC236}">
                <a16:creationId xmlns:a16="http://schemas.microsoft.com/office/drawing/2014/main" id="{F7A35EDD-4CC2-4B7C-BFC5-9F888D96C13D}"/>
              </a:ext>
            </a:extLst>
          </p:cNvPr>
          <p:cNvSpPr>
            <a:spLocks xmlns:a="http://schemas.openxmlformats.org/drawingml/2006/main" noGrp="1"/>
          </p:cNvSpPr>
          <p:nvPr/>
        </p:nvSpPr>
        <p:spPr>
          <a:xfrm xmlns:a="http://schemas.openxmlformats.org/drawingml/2006/main">
            <a:off x="647700" y="56007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ABB0"/>
                </a:solidFill>
                <a:latin typeface="Arial"/>
                <a:ea typeface="Arial"/>
                <a:cs typeface="Arial"/>
              </a:defRPr>
            </a:pPr>
            <a:r>
              <a:rPr sz="1875" b="0">
                <a:solidFill>
                  <a:srgbClr val="B0ABB0"/>
                </a:solidFill>
                <a:latin typeface="Arial"/>
                <a:ea typeface="Arial"/>
                <a:cs typeface="Arial"/>
              </a:rPr>
              <a:t>Objetivo, condições e uma pergunta para continuar.</a:t>
            </a:r>
          </a:p>
        </p:txBody>
      </p:sp>
    </p:spTree>
    <p:extLst>
      <p:ext uri="{BB962C8B-B14F-4D97-AF65-F5344CB8AC3E}">
        <p14:creationId xmlns:p14="http://schemas.microsoft.com/office/powerpoint/2010/main" val="1134738060"/>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FA618B-3C63-4D3A-9583-8AEB3A2DB525}"/>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02</a:t>
            </a:r>
          </a:p>
        </p:txBody>
      </p:sp>
      <p:sp>
        <p:nvSpPr>
          <p:cNvPr id="2" name="">
            <a:extLst xmlns:a="http://schemas.openxmlformats.org/drawingml/2006/main">
              <a:ext uri="{FF2B5EF4-FFF2-40B4-BE49-F238E27FC236}">
                <a16:creationId xmlns:a16="http://schemas.microsoft.com/office/drawing/2014/main" id="{7C566668-FC8A-4414-A931-0E40BD7D4127}"/>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4 / 5</a:t>
            </a:r>
          </a:p>
        </p:txBody>
      </p:sp>
      <p:sp>
        <p:nvSpPr>
          <p:cNvPr id="3" name="">
            <a:extLst xmlns:a="http://schemas.openxmlformats.org/drawingml/2006/main">
              <a:ext uri="{FF2B5EF4-FFF2-40B4-BE49-F238E27FC236}">
                <a16:creationId xmlns:a16="http://schemas.microsoft.com/office/drawing/2014/main" id="{D1F9D7CB-B338-4699-9245-1887CA1BFB90}"/>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A segunda versão</a:t>
            </a:r>
          </a:p>
        </p:txBody>
      </p:sp>
      <p:sp>
        <p:nvSpPr>
          <p:cNvPr id="4" name="">
            <a:extLst xmlns:a="http://schemas.openxmlformats.org/drawingml/2006/main">
              <a:ext uri="{FF2B5EF4-FFF2-40B4-BE49-F238E27FC236}">
                <a16:creationId xmlns:a16="http://schemas.microsoft.com/office/drawing/2014/main" id="{F04C9706-48ED-4031-8446-AC5E179E7149}"/>
              </a:ext>
            </a:extLst>
          </p:cNvPr>
          <p:cNvSpPr>
            <a:spLocks xmlns:a="http://schemas.openxmlformats.org/drawingml/2006/main" noGrp="1"/>
          </p:cNvSpPr>
          <p:nvPr/>
        </p:nvSpPr>
        <p:spPr>
          <a:xfrm xmlns:a="http://schemas.openxmlformats.org/drawingml/2006/main">
            <a:off x="628650" y="227647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Essa opção leva tempo demais.</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Troque por uma mais simples e reorganize a lista de compras.</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Explique o que você mudou.</a:t>
            </a:r>
          </a:p>
        </p:txBody>
      </p:sp>
      <p:sp>
        <p:nvSpPr>
          <p:cNvPr id="5" name="">
            <a:extLst xmlns:a="http://schemas.openxmlformats.org/drawingml/2006/main">
              <a:ext uri="{FF2B5EF4-FFF2-40B4-BE49-F238E27FC236}">
                <a16:creationId xmlns:a16="http://schemas.microsoft.com/office/drawing/2014/main" id="{668DFF5A-BB5A-42E3-9D68-B5AEB95A3B8E}"/>
              </a:ext>
            </a:extLst>
          </p:cNvPr>
          <p:cNvSpPr>
            <a:spLocks xmlns:a="http://schemas.openxmlformats.org/drawingml/2006/main" noGrp="1"/>
          </p:cNvSpPr>
          <p:nvPr/>
        </p:nvSpPr>
        <p:spPr>
          <a:xfrm xmlns:a="http://schemas.openxmlformats.org/drawingml/2006/main">
            <a:off x="647700" y="56007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ABB0"/>
                </a:solidFill>
                <a:latin typeface="Arial"/>
                <a:ea typeface="Arial"/>
                <a:cs typeface="Arial"/>
              </a:defRPr>
            </a:pPr>
            <a:r>
              <a:rPr sz="1875" b="0">
                <a:solidFill>
                  <a:srgbClr val="B0ABB0"/>
                </a:solidFill>
                <a:latin typeface="Arial"/>
                <a:ea typeface="Arial"/>
                <a:cs typeface="Arial"/>
              </a:rPr>
              <a:t>Feedback específico dá uma direção para a revisão.</a:t>
            </a:r>
          </a:p>
        </p:txBody>
      </p:sp>
    </p:spTree>
    <p:extLst>
      <p:ext uri="{BB962C8B-B14F-4D97-AF65-F5344CB8AC3E}">
        <p14:creationId xmlns:p14="http://schemas.microsoft.com/office/powerpoint/2010/main" val="857920019"/>
      </p:ext>
    </p:extLst>
  </p:cSld>
</p:sld>
</file>

<file path=ppt/slides/slide5.xml><?xml version="1.0" encoding="utf-8"?>
<p:sld xmlns:p="http://schemas.openxmlformats.org/presentationml/2006/main">
  <p:cSld>
    <p:bg>
      <p:bgPr>
        <a:solidFill xmlns:a="http://schemas.openxmlformats.org/drawingml/2006/main">
          <a:srgbClr val="E7B5D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F85FA5-29FD-406B-BD02-C7CE94FAE0E1}"/>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EMADA ACADEMY     /     AULA 02</a:t>
            </a:r>
          </a:p>
        </p:txBody>
      </p:sp>
      <p:sp>
        <p:nvSpPr>
          <p:cNvPr id="2" name="">
            <a:extLst xmlns:a="http://schemas.openxmlformats.org/drawingml/2006/main">
              <a:ext uri="{FF2B5EF4-FFF2-40B4-BE49-F238E27FC236}">
                <a16:creationId xmlns:a16="http://schemas.microsoft.com/office/drawing/2014/main" id="{DEB9305D-2B43-4F91-8CB2-1E3520AADA9E}"/>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5 / 5</a:t>
            </a:r>
          </a:p>
        </p:txBody>
      </p:sp>
      <p:sp>
        <p:nvSpPr>
          <p:cNvPr id="3" name="">
            <a:extLst xmlns:a="http://schemas.openxmlformats.org/drawingml/2006/main">
              <a:ext uri="{FF2B5EF4-FFF2-40B4-BE49-F238E27FC236}">
                <a16:creationId xmlns:a16="http://schemas.microsoft.com/office/drawing/2014/main" id="{E866BFDC-B3D7-4ECB-851C-97AEE5246581}"/>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1010"/>
                </a:solidFill>
                <a:latin typeface="Arial"/>
                <a:ea typeface="Arial"/>
                <a:cs typeface="Arial"/>
              </a:defRPr>
            </a:pPr>
            <a:r>
              <a:rPr sz="3600" b="1">
                <a:solidFill>
                  <a:srgbClr val="101010"/>
                </a:solidFill>
                <a:latin typeface="Arial"/>
                <a:ea typeface="Arial"/>
                <a:cs typeface="Arial"/>
              </a:rPr>
              <a:t>Seu primeiro resultado útil</a:t>
            </a:r>
          </a:p>
        </p:txBody>
      </p:sp>
      <p:sp>
        <p:nvSpPr>
          <p:cNvPr id="4" name="">
            <a:extLst xmlns:a="http://schemas.openxmlformats.org/drawingml/2006/main">
              <a:ext uri="{FF2B5EF4-FFF2-40B4-BE49-F238E27FC236}">
                <a16:creationId xmlns:a16="http://schemas.microsoft.com/office/drawing/2014/main" id="{6F57A983-C55F-44DD-8D0A-5679B5CEDB77}"/>
              </a:ext>
            </a:extLst>
          </p:cNvPr>
          <p:cNvSpPr>
            <a:spLocks xmlns:a="http://schemas.openxmlformats.org/drawingml/2006/main" noGrp="1"/>
          </p:cNvSpPr>
          <p:nvPr/>
        </p:nvSpPr>
        <p:spPr>
          <a:xfrm xmlns:a="http://schemas.openxmlformats.org/drawingml/2006/main">
            <a:off x="609600" y="23717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Uma entrega pequena.</a:t>
            </a:r>
          </a:p>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Uma revisão sua.</a:t>
            </a:r>
          </a:p>
        </p:txBody>
      </p:sp>
      <p:sp>
        <p:nvSpPr>
          <p:cNvPr id="5" name="">
            <a:extLst xmlns:a="http://schemas.openxmlformats.org/drawingml/2006/main">
              <a:ext uri="{FF2B5EF4-FFF2-40B4-BE49-F238E27FC236}">
                <a16:creationId xmlns:a16="http://schemas.microsoft.com/office/drawing/2014/main" id="{73FFA8AA-5FCD-4CAE-9786-3CBC1B42B8CB}"/>
              </a:ext>
            </a:extLst>
          </p:cNvPr>
          <p:cNvSpPr>
            <a:spLocks xmlns:a="http://schemas.openxmlformats.org/drawingml/2006/main" noGrp="1"/>
          </p:cNvSpPr>
          <p:nvPr/>
        </p:nvSpPr>
        <p:spPr>
          <a:xfrm xmlns:a="http://schemas.openxmlformats.org/drawingml/2006/main">
            <a:off x="647700" y="44958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1434B"/>
                </a:solidFill>
                <a:latin typeface="Arial"/>
                <a:ea typeface="Arial"/>
                <a:cs typeface="Arial"/>
              </a:defRPr>
            </a:pPr>
            <a:r>
              <a:rPr sz="2400" b="0">
                <a:solidFill>
                  <a:srgbClr val="51434B"/>
                </a:solidFill>
                <a:latin typeface="Arial"/>
                <a:ea typeface="Arial"/>
                <a:cs typeface="Arial"/>
              </a:rPr>
              <a:t>Guarde o pedido, a primeira resposta e a versão que você aprovou.</a:t>
            </a:r>
          </a:p>
        </p:txBody>
      </p:sp>
    </p:spTree>
    <p:extLst>
      <p:ext uri="{BB962C8B-B14F-4D97-AF65-F5344CB8AC3E}">
        <p14:creationId xmlns:p14="http://schemas.microsoft.com/office/powerpoint/2010/main" val="20472476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2026-09-10T17:36:34.1950000Z</dcterms:created>
  <dcterms:modified xsi:type="dcterms:W3CDTF">2026-09-10T17:36:34.1950000Z</dcterms:modified>
</coreProperties>
</file>