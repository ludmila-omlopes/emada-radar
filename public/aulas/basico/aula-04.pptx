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ab6ee9d5954350" /><Relationship Type="http://schemas.openxmlformats.org/officeDocument/2006/relationships/extended-properties" Target="/docProps/app.xml" Id="R27862f02b16a419d" /><Relationship Type="http://schemas.openxmlformats.org/officeDocument/2006/relationships/officeDocument" Target="/ppt/presentation.xml" Id="R14018e141b9f4468" /></Relationships>
</file>

<file path=ppt/presentation.xml><?xml version="1.0" encoding="utf-8"?>
<p:presentation xmlns:p="http://schemas.openxmlformats.org/presentationml/2006/main">
  <p:sldMasterIdLst>
    <p:sldMasterId xmlns:r="http://schemas.openxmlformats.org/officeDocument/2006/relationships" id="2147483648" r:id="R6c1cc0972354484e"/>
  </p:sldMasterIdLst>
  <p:notesMasterIdLst>
    <p:notesMasterId xmlns:r="http://schemas.openxmlformats.org/officeDocument/2006/relationships" r:id="R9edb801386454e0f"/>
  </p:notesMasterIdLst>
  <p:sldIdLst>
    <p:sldId xmlns:r="http://schemas.openxmlformats.org/officeDocument/2006/relationships" id="256" r:id="R40b6a7c15f134885"/>
    <p:sldId xmlns:r="http://schemas.openxmlformats.org/officeDocument/2006/relationships" id="257" r:id="R49c9ccc0b1d54d8b"/>
    <p:sldId xmlns:r="http://schemas.openxmlformats.org/officeDocument/2006/relationships" id="258" r:id="R775e67616bee42e2"/>
    <p:sldId xmlns:r="http://schemas.openxmlformats.org/officeDocument/2006/relationships" id="259" r:id="R36cc46d056f64345"/>
    <p:sldId xmlns:r="http://schemas.openxmlformats.org/officeDocument/2006/relationships" id="260" r:id="R201aab72c9ba408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8442642ea2f4173" /><Relationship Type="http://schemas.openxmlformats.org/officeDocument/2006/relationships/slideMaster" Target="/ppt/slideMasters/slideMaster1.xml" Id="R6c1cc0972354484e" /><Relationship Type="http://schemas.openxmlformats.org/officeDocument/2006/relationships/notesMaster" Target="/ppt/notesMasters/notesMaster1.xml" Id="R9edb801386454e0f" /><Relationship Type="http://schemas.openxmlformats.org/officeDocument/2006/relationships/presProps" Target="/ppt/presProps.xml" Id="R708bf2fb440c4cd7" /><Relationship Type="http://schemas.openxmlformats.org/officeDocument/2006/relationships/tableStyles" Target="/ppt/tableStyles.xml" Id="R6cc9ae14d31146e9" /><Relationship Type="http://schemas.openxmlformats.org/officeDocument/2006/relationships/slide" Target="/ppt/slides/slide1.xml" Id="R40b6a7c15f134885" /><Relationship Type="http://schemas.openxmlformats.org/officeDocument/2006/relationships/slide" Target="/ppt/slides/slide2.xml" Id="R49c9ccc0b1d54d8b" /><Relationship Type="http://schemas.openxmlformats.org/officeDocument/2006/relationships/slide" Target="/ppt/slides/slide3.xml" Id="R775e67616bee42e2" /><Relationship Type="http://schemas.openxmlformats.org/officeDocument/2006/relationships/slide" Target="/ppt/slides/slide4.xml" Id="R36cc46d056f64345" /><Relationship Type="http://schemas.openxmlformats.org/officeDocument/2006/relationships/slide" Target="/ppt/slides/slide5.xml" Id="R201aab72c9ba40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f2970ef9d345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0ad8585fd7492f" /><Relationship Type="http://schemas.openxmlformats.org/officeDocument/2006/relationships/notesMaster" Target="/ppt/notesMasters/notesMaster1.xml" Id="Rf7b6b7864a4244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4c6139580cc4902" /><Relationship Type="http://schemas.openxmlformats.org/officeDocument/2006/relationships/notesMaster" Target="/ppt/notesMasters/notesMaster1.xml" Id="Rcdd43e5852504a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44a945f71d4cfa" /><Relationship Type="http://schemas.openxmlformats.org/officeDocument/2006/relationships/notesMaster" Target="/ppt/notesMasters/notesMaster1.xml" Id="Rd7d6703eaa4c4a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9b8aaf27c64c5e" /><Relationship Type="http://schemas.openxmlformats.org/officeDocument/2006/relationships/notesMaster" Target="/ppt/notesMasters/notesMaster1.xml" Id="Rf2f317b9c52d4d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627752fd8a40b7" /><Relationship Type="http://schemas.openxmlformats.org/officeDocument/2006/relationships/notesMaster" Target="/ppt/notesMasters/notesMaster1.xml" Id="R6746ba2dc1ce439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Às vezes, a parte mais difícil é começar a escrever. Você sabe mais ou menos o que quer, mas tenta organizar a frase antes de colocar qualquer coisa na tela. Falar pode ajudar a sair desse ponto. Hoje, vamos experimentar contar uma situação em voz alta e pedir ajuda para organizar o que apareceu.</a:t>
            </a:r>
          </a:p>
          <a:p xmlns:a="http://schemas.openxmlformats.org/drawingml/2006/main">
            <a:r>
              <a:t/>
            </a:r>
          </a:p>
          <a:p xmlns:a="http://schemas.openxmlformats.org/drawingml/2006/main">
            <a:r>
              <a:t>GRAVAÇÃO</a:t>
            </a:r>
          </a:p>
          <a:p xmlns:a="http://schemas.openxmlformats.org/drawingml/2006/main">
            <a:r>
              <a:t>Câmera. Fale num ritmo um pouco mais espontâneo.</a:t>
            </a:r>
          </a:p>
          <a:p xmlns:a="http://schemas.openxmlformats.org/drawingml/2006/main">
            <a:r>
              <a:t/>
            </a:r>
          </a:p>
          <a:p xmlns:a="http://schemas.openxmlformats.org/drawingml/2006/main">
            <a:r>
              <a:t>REFERÊNCIA PEDAGÓGICA</a:t>
            </a:r>
          </a:p>
          <a:p xmlns:a="http://schemas.openxmlformats.org/drawingml/2006/main">
            <a:r>
              <a:t>Jeremy Utley, AI Learning Series. 04 – Lose Your Thumbs, Find Your Voice, 5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Existem dois jeitos de fazer isso. Você pode usar o ditado do teclado para transformar sua fala em texto, revisar e enviar. Ou pode usar uma conversa por voz, quando a ferramenta oferece essa opção. Para o exercício, o ditado já funciona. Se falar for desconfortável ou pouco acessível para você, escreva livremente. O objetivo é conseguir expressar seu pensamento.</a:t>
            </a:r>
          </a:p>
          <a:p xmlns:a="http://schemas.openxmlformats.org/drawingml/2006/main">
            <a:r>
              <a:t/>
            </a:r>
          </a:p>
          <a:p xmlns:a="http://schemas.openxmlformats.org/drawingml/2006/main">
            <a:r>
              <a:t>GRAVAÇÃO</a:t>
            </a:r>
          </a:p>
          <a:p xmlns:a="http://schemas.openxmlformats.org/drawingml/2006/main">
            <a:r>
              <a:t>Slide. Na gravação, mostre apenas o recurso disponível na sua ferramenta.</a:t>
            </a:r>
          </a:p>
          <a:p xmlns:a="http://schemas.openxmlformats.org/drawingml/2006/main">
            <a:r>
              <a:t/>
            </a:r>
          </a:p>
          <a:p xmlns:a="http://schemas.openxmlformats.org/drawingml/2006/main">
            <a:r>
              <a:t>REFERÊNCIA PEDAGÓGICA</a:t>
            </a:r>
          </a:p>
          <a:p xmlns:a="http://schemas.openxmlformats.org/drawingml/2006/main">
            <a:r>
              <a:t>Jeremy Utley, AI Learning Series. 04 – Lose Your Thumbs, Find Your Voice, 5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Comece explicando o que você quer da conversa. Depois, fale por dois ou três minutos sobre o seu projeto: o que gostaria de fazer, onde está travando e quais possibilidades já pensou. Pode voltar atrás ou mudar de assunto. Ao terminar, confira se a transcrição capturou corretamente o que você disse. Nomes e números merecem atenção.</a:t>
            </a:r>
          </a:p>
          <a:p xmlns:a="http://schemas.openxmlformats.org/drawingml/2006/main">
            <a:r>
              <a:t/>
            </a:r>
          </a:p>
          <a:p xmlns:a="http://schemas.openxmlformats.org/drawingml/2006/main">
            <a:r>
              <a:t>GRAVAÇÃO</a:t>
            </a:r>
          </a:p>
          <a:p xmlns:a="http://schemas.openxmlformats.org/drawingml/2006/main">
            <a:r>
              <a:t>Demonstração opcional de 30–45 segundos. Faça em local tranquilo.</a:t>
            </a:r>
          </a:p>
          <a:p xmlns:a="http://schemas.openxmlformats.org/drawingml/2006/main">
            <a:r>
              <a:t/>
            </a:r>
          </a:p>
          <a:p xmlns:a="http://schemas.openxmlformats.org/drawingml/2006/main">
            <a:r>
              <a:t>REFERÊNCIA PEDAGÓGICA</a:t>
            </a:r>
          </a:p>
          <a:p xmlns:a="http://schemas.openxmlformats.org/drawingml/2006/main">
            <a:r>
              <a:t>Jeremy Utley, AI Learning Series. 04 – Lose Your Thumbs, Find Your Voice, 5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Quando a IA organiza uma fala solta, ela pode preencher lacunas que você deixou em aberto. Então, leia o resumo e veja se ele preserva a sua intenção. Neste exemplo, uma dúvida virou decisão. Corrija isso antes de pedir um plano. Também vale perguntar quais trechos ficaram ambíguos, em vez de aceitar uma versão mais organizada que muda o sentido.</a:t>
            </a:r>
          </a:p>
          <a:p xmlns:a="http://schemas.openxmlformats.org/drawingml/2006/main">
            <a:r>
              <a:t/>
            </a:r>
          </a:p>
          <a:p xmlns:a="http://schemas.openxmlformats.org/drawingml/2006/main">
            <a:r>
              <a:t>GRAVAÇÃO</a:t>
            </a:r>
          </a:p>
          <a:p xmlns:a="http://schemas.openxmlformats.org/drawingml/2006/main">
            <a:r>
              <a:t>Slide. Exemplo fictício, mostrado para ensinar a revisão.</a:t>
            </a:r>
          </a:p>
          <a:p xmlns:a="http://schemas.openxmlformats.org/drawingml/2006/main">
            <a:r>
              <a:t/>
            </a:r>
          </a:p>
          <a:p xmlns:a="http://schemas.openxmlformats.org/drawingml/2006/main">
            <a:r>
              <a:t>REFERÊNCIA PEDAGÓGICA</a:t>
            </a:r>
          </a:p>
          <a:p xmlns:a="http://schemas.openxmlformats.org/drawingml/2006/main">
            <a:r>
              <a:t>Jeremy Utley, AI Learning Series. 04 – Lose Your Thumbs, Find Your Voice, 5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ROTEIRO</a:t>
            </a:r>
          </a:p>
          <a:p xmlns:a="http://schemas.openxmlformats.org/drawingml/2006/main">
            <a:r>
              <a:t>Agora escolha um tema do seu projeto e fale sobre ele por alguns minutos. Peça um resumo, corrija o que não representa seu pensamento e solicite um próximo passo possível para hoje. Guarde esse resultado. Depois compare a experiência com a escrita: falar ajudou a dar mais contexto ou atrapalhou? Você pode escolher a forma de interação que funciona melhor para você.</a:t>
            </a:r>
          </a:p>
          <a:p xmlns:a="http://schemas.openxmlformats.org/drawingml/2006/main">
            <a:r>
              <a:t/>
            </a:r>
          </a:p>
          <a:p xmlns:a="http://schemas.openxmlformats.org/drawingml/2006/main">
            <a:r>
              <a:t>GRAVAÇÃO</a:t>
            </a:r>
          </a:p>
          <a:p xmlns:a="http://schemas.openxmlformats.org/drawingml/2006/main">
            <a:r>
              <a:t>Slide final. Atividade de cerca de dez minutos. Alternativa escrita disponível.</a:t>
            </a:r>
          </a:p>
          <a:p xmlns:a="http://schemas.openxmlformats.org/drawingml/2006/main">
            <a:r>
              <a:t/>
            </a:r>
          </a:p>
          <a:p xmlns:a="http://schemas.openxmlformats.org/drawingml/2006/main">
            <a:r>
              <a:t>REFERÊNCIA PEDAGÓGICA</a:t>
            </a:r>
          </a:p>
          <a:p xmlns:a="http://schemas.openxmlformats.org/drawingml/2006/main">
            <a:r>
              <a:t>Jeremy Utley, AI Learning Series. 04 – Lose Your Thumbs, Find Your Voice, 5 jun. 2026. Email consultado na caixa da usuária nesta conversa. Roteiro original em português, adaptado para a Emada Academy. Exemplos e exercícios hipotéticos, sem promessa de resultado.</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4283fa306944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6b37acd32244d9f" /><Relationship Type="http://schemas.openxmlformats.org/officeDocument/2006/relationships/slideLayout" Target="/ppt/slideLayouts/slideLayout1.xml" Id="Raee4d2fa957341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e4d2fa957341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1a4d6ae4f444e6c" /><Relationship Type="http://schemas.openxmlformats.org/officeDocument/2006/relationships/notesSlide" Target="/ppt/notesSlides/notesSlide1.xml" Id="Ra05a3b117a9747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45c73c7909249bd" /><Relationship Type="http://schemas.openxmlformats.org/officeDocument/2006/relationships/notesSlide" Target="/ppt/notesSlides/notesSlide2.xml" Id="R030f747a0bc740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2108daa0913473f" /><Relationship Type="http://schemas.openxmlformats.org/officeDocument/2006/relationships/notesSlide" Target="/ppt/notesSlides/notesSlide3.xml" Id="R446eac1d06d243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d2dfddadfd4196" /><Relationship Type="http://schemas.openxmlformats.org/officeDocument/2006/relationships/notesSlide" Target="/ppt/notesSlides/notesSlide4.xml" Id="Rbec50d2c4c364a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0635c4a377f494f" /><Relationship Type="http://schemas.openxmlformats.org/officeDocument/2006/relationships/notesSlide" Target="/ppt/notesSlides/notesSlide5.xml" Id="Rf9804c2fb2e3474a" /></Relationships>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DD58DBE-31FC-47ED-9781-9C5D7398947E}"/>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04</a:t>
            </a:r>
          </a:p>
        </p:txBody>
      </p:sp>
      <p:sp>
        <p:nvSpPr>
          <p:cNvPr id="2" name="">
            <a:extLst xmlns:a="http://schemas.openxmlformats.org/drawingml/2006/main">
              <a:ext uri="{FF2B5EF4-FFF2-40B4-BE49-F238E27FC236}">
                <a16:creationId xmlns:a16="http://schemas.microsoft.com/office/drawing/2014/main" id="{F669F369-1F16-47BF-A180-12F1966D6598}"/>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1 / 5</a:t>
            </a:r>
          </a:p>
        </p:txBody>
      </p:sp>
      <p:sp>
        <p:nvSpPr>
          <p:cNvPr id="3" name="">
            <a:extLst xmlns:a="http://schemas.openxmlformats.org/drawingml/2006/main">
              <a:ext uri="{FF2B5EF4-FFF2-40B4-BE49-F238E27FC236}">
                <a16:creationId xmlns:a16="http://schemas.microsoft.com/office/drawing/2014/main" id="{BE8C8738-AEC9-42EC-BEC9-67DDF6E2A4C0}"/>
              </a:ext>
            </a:extLst>
          </p:cNvPr>
          <p:cNvSpPr>
            <a:spLocks xmlns:a="http://schemas.openxmlformats.org/drawingml/2006/main" noGrp="1"/>
          </p:cNvSpPr>
          <p:nvPr/>
        </p:nvSpPr>
        <p:spPr>
          <a:xfrm xmlns:a="http://schemas.openxmlformats.org/drawingml/2006/main">
            <a:off x="609600" y="1819275"/>
            <a:ext cx="73342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F6F3F5"/>
                </a:solidFill>
                <a:latin typeface="Arial"/>
                <a:ea typeface="Arial"/>
                <a:cs typeface="Arial"/>
              </a:defRPr>
            </a:pPr>
            <a:r>
              <a:rPr sz="5100" b="1">
                <a:solidFill>
                  <a:srgbClr val="F6F3F5"/>
                </a:solidFill>
                <a:latin typeface="Arial"/>
                <a:ea typeface="Arial"/>
                <a:cs typeface="Arial"/>
              </a:rPr>
              <a:t>Pensando</a:t>
            </a:r>
          </a:p>
          <a:p xmlns:a="http://schemas.openxmlformats.org/drawingml/2006/main">
            <a:pPr>
              <a:defRPr sz="5100" b="1">
                <a:solidFill>
                  <a:srgbClr val="F6F3F5"/>
                </a:solidFill>
                <a:latin typeface="Arial"/>
                <a:ea typeface="Arial"/>
                <a:cs typeface="Arial"/>
              </a:defRPr>
            </a:pPr>
            <a:r>
              <a:rPr sz="5100" b="1">
                <a:solidFill>
                  <a:srgbClr val="F6F3F5"/>
                </a:solidFill>
                <a:latin typeface="Arial"/>
                <a:ea typeface="Arial"/>
                <a:cs typeface="Arial"/>
              </a:rPr>
              <a:t>em voz alta</a:t>
            </a:r>
          </a:p>
        </p:txBody>
      </p:sp>
      <p:sp>
        <p:nvSpPr>
          <p:cNvPr id="4" name="">
            <a:extLst xmlns:a="http://schemas.openxmlformats.org/drawingml/2006/main">
              <a:ext uri="{FF2B5EF4-FFF2-40B4-BE49-F238E27FC236}">
                <a16:creationId xmlns:a16="http://schemas.microsoft.com/office/drawing/2014/main" id="{36EA7BEC-650C-4DFB-B09E-084F5FC3DA1E}"/>
              </a:ext>
            </a:extLst>
          </p:cNvPr>
          <p:cNvSpPr>
            <a:spLocks xmlns:a="http://schemas.openxmlformats.org/drawingml/2006/main" noGrp="1"/>
          </p:cNvSpPr>
          <p:nvPr/>
        </p:nvSpPr>
        <p:spPr>
          <a:xfrm xmlns:a="http://schemas.openxmlformats.org/drawingml/2006/main">
            <a:off x="647700" y="4181475"/>
            <a:ext cx="647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0ABB0"/>
                </a:solidFill>
                <a:latin typeface="Arial"/>
                <a:ea typeface="Arial"/>
                <a:cs typeface="Arial"/>
              </a:defRPr>
            </a:pPr>
            <a:r>
              <a:rPr sz="2250" b="0">
                <a:solidFill>
                  <a:srgbClr val="B0ABB0"/>
                </a:solidFill>
                <a:latin typeface="Arial"/>
                <a:ea typeface="Arial"/>
                <a:cs typeface="Arial"/>
              </a:rPr>
              <a:t>Você pode começar com uma ideia ainda confusa</a:t>
            </a:r>
          </a:p>
        </p:txBody>
      </p:sp>
      <p:sp>
        <p:nvSpPr>
          <p:cNvPr id="5" name="">
            <a:extLst xmlns:a="http://schemas.openxmlformats.org/drawingml/2006/main">
              <a:ext uri="{FF2B5EF4-FFF2-40B4-BE49-F238E27FC236}">
                <a16:creationId xmlns:a16="http://schemas.microsoft.com/office/drawing/2014/main" id="{0857935F-4CBC-46ED-A7AB-B6C70E4CA8FE}"/>
              </a:ext>
            </a:extLst>
          </p:cNvPr>
          <p:cNvSpPr>
            <a:spLocks xmlns:a="http://schemas.openxmlformats.org/drawingml/2006/main" noGrp="1"/>
          </p:cNvSpPr>
          <p:nvPr/>
        </p:nvSpPr>
        <p:spPr>
          <a:xfrm xmlns:a="http://schemas.openxmlformats.org/drawingml/2006/main">
            <a:off x="8667750" y="2114550"/>
            <a:ext cx="2857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875" b="1">
                <a:solidFill>
                  <a:srgbClr val="E7B5D4"/>
                </a:solidFill>
                <a:latin typeface="Arial"/>
                <a:ea typeface="Arial"/>
                <a:cs typeface="Arial"/>
              </a:defRPr>
            </a:pPr>
            <a:r>
              <a:rPr sz="13875" b="1">
                <a:solidFill>
                  <a:srgbClr val="E7B5D4"/>
                </a:solidFill>
                <a:latin typeface="Arial"/>
                <a:ea typeface="Arial"/>
                <a:cs typeface="Arial"/>
              </a:rPr>
              <a:t>04</a:t>
            </a:r>
          </a:p>
        </p:txBody>
      </p:sp>
    </p:spTree>
    <p:extLst>
      <p:ext uri="{BB962C8B-B14F-4D97-AF65-F5344CB8AC3E}">
        <p14:creationId xmlns:p14="http://schemas.microsoft.com/office/powerpoint/2010/main" val="489223399"/>
      </p:ext>
    </p:extLst>
  </p:cSld>
</p:sld>
</file>

<file path=ppt/slides/slide2.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FCF380-1A99-4BF8-AB90-F6E1EF962AA5}"/>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04</a:t>
            </a:r>
          </a:p>
        </p:txBody>
      </p:sp>
      <p:sp>
        <p:nvSpPr>
          <p:cNvPr id="2" name="">
            <a:extLst xmlns:a="http://schemas.openxmlformats.org/drawingml/2006/main">
              <a:ext uri="{FF2B5EF4-FFF2-40B4-BE49-F238E27FC236}">
                <a16:creationId xmlns:a16="http://schemas.microsoft.com/office/drawing/2014/main" id="{3B2EDA45-A495-4F9B-8E16-DCE9F21ED4B0}"/>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2 / 5</a:t>
            </a:r>
          </a:p>
        </p:txBody>
      </p:sp>
      <p:sp>
        <p:nvSpPr>
          <p:cNvPr id="3" name="">
            <a:extLst xmlns:a="http://schemas.openxmlformats.org/drawingml/2006/main">
              <a:ext uri="{FF2B5EF4-FFF2-40B4-BE49-F238E27FC236}">
                <a16:creationId xmlns:a16="http://schemas.microsoft.com/office/drawing/2014/main" id="{A2C96878-F1E5-4491-AF47-315B2B40FF63}"/>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F5"/>
                </a:solidFill>
                <a:latin typeface="Arial"/>
                <a:ea typeface="Arial"/>
                <a:cs typeface="Arial"/>
              </a:defRPr>
            </a:pPr>
            <a:r>
              <a:rPr sz="3600" b="1">
                <a:solidFill>
                  <a:srgbClr val="F6F3F5"/>
                </a:solidFill>
                <a:latin typeface="Arial"/>
                <a:ea typeface="Arial"/>
                <a:cs typeface="Arial"/>
              </a:rPr>
              <a:t>Ditar e conversar por voz</a:t>
            </a:r>
          </a:p>
        </p:txBody>
      </p:sp>
      <p:sp>
        <p:nvSpPr>
          <p:cNvPr id="4" name="">
            <a:extLst xmlns:a="http://schemas.openxmlformats.org/drawingml/2006/main">
              <a:ext uri="{FF2B5EF4-FFF2-40B4-BE49-F238E27FC236}">
                <a16:creationId xmlns:a16="http://schemas.microsoft.com/office/drawing/2014/main" id="{74F8605D-C68E-4EEC-AF48-F89B568ACD51}"/>
              </a:ext>
            </a:extLst>
          </p:cNvPr>
          <p:cNvSpPr>
            <a:spLocks xmlns:a="http://schemas.openxmlformats.org/drawingml/2006/main" noGrp="1"/>
          </p:cNvSpPr>
          <p:nvPr/>
        </p:nvSpPr>
        <p:spPr>
          <a:xfrm xmlns:a="http://schemas.openxmlformats.org/drawingml/2006/main">
            <a:off x="609600" y="257175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5D4"/>
                </a:solidFill>
                <a:latin typeface="Arial"/>
                <a:ea typeface="Arial"/>
                <a:cs typeface="Arial"/>
              </a:defRPr>
            </a:pPr>
            <a:r>
              <a:rPr sz="2550" b="1">
                <a:solidFill>
                  <a:srgbClr val="E7B5D4"/>
                </a:solidFill>
                <a:latin typeface="Arial"/>
                <a:ea typeface="Arial"/>
                <a:cs typeface="Arial"/>
              </a:rPr>
              <a:t>Ditar uma mensagem</a:t>
            </a:r>
          </a:p>
        </p:txBody>
      </p:sp>
      <p:sp>
        <p:nvSpPr>
          <p:cNvPr id="5" name="">
            <a:extLst xmlns:a="http://schemas.openxmlformats.org/drawingml/2006/main">
              <a:ext uri="{FF2B5EF4-FFF2-40B4-BE49-F238E27FC236}">
                <a16:creationId xmlns:a16="http://schemas.microsoft.com/office/drawing/2014/main" id="{342C7577-8F34-49DC-A87F-F6416C9E6BC4}"/>
              </a:ext>
            </a:extLst>
          </p:cNvPr>
          <p:cNvSpPr>
            <a:spLocks xmlns:a="http://schemas.openxmlformats.org/drawingml/2006/main" noGrp="1"/>
          </p:cNvSpPr>
          <p:nvPr/>
        </p:nvSpPr>
        <p:spPr>
          <a:xfrm xmlns:a="http://schemas.openxmlformats.org/drawingml/2006/main">
            <a:off x="6343650" y="257175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5D4"/>
                </a:solidFill>
                <a:latin typeface="Arial"/>
                <a:ea typeface="Arial"/>
                <a:cs typeface="Arial"/>
              </a:defRPr>
            </a:pPr>
            <a:r>
              <a:rPr sz="2550" b="1">
                <a:solidFill>
                  <a:srgbClr val="E7B5D4"/>
                </a:solidFill>
                <a:latin typeface="Arial"/>
                <a:ea typeface="Arial"/>
                <a:cs typeface="Arial"/>
              </a:rPr>
              <a:t>Conversar por voz</a:t>
            </a:r>
          </a:p>
        </p:txBody>
      </p:sp>
      <p:sp>
        <p:nvSpPr>
          <p:cNvPr id="6" name="">
            <a:extLst xmlns:a="http://schemas.openxmlformats.org/drawingml/2006/main">
              <a:ext uri="{FF2B5EF4-FFF2-40B4-BE49-F238E27FC236}">
                <a16:creationId xmlns:a16="http://schemas.microsoft.com/office/drawing/2014/main" id="{F54C7E50-7D0C-430D-A32C-A8CA745CF8C3}"/>
              </a:ext>
            </a:extLst>
          </p:cNvPr>
          <p:cNvSpPr>
            <a:spLocks xmlns:a="http://schemas.openxmlformats.org/drawingml/2006/main" noGrp="1"/>
          </p:cNvSpPr>
          <p:nvPr/>
        </p:nvSpPr>
        <p:spPr>
          <a:xfrm xmlns:a="http://schemas.openxmlformats.org/drawingml/2006/main">
            <a:off x="609600" y="3362325"/>
            <a:ext cx="4762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3F5"/>
                </a:solidFill>
                <a:latin typeface="Arial"/>
                <a:ea typeface="Arial"/>
                <a:cs typeface="Arial"/>
              </a:defRPr>
            </a:pPr>
            <a:r>
              <a:rPr sz="2550" b="0">
                <a:solidFill>
                  <a:srgbClr val="F6F3F5"/>
                </a:solidFill>
                <a:latin typeface="Arial"/>
                <a:ea typeface="Arial"/>
                <a:cs typeface="Arial"/>
              </a:rPr>
              <a:t>Sua fala vira texto. Você pode revisar e depois enviar.</a:t>
            </a:r>
          </a:p>
        </p:txBody>
      </p:sp>
      <p:sp>
        <p:nvSpPr>
          <p:cNvPr id="7" name="">
            <a:extLst xmlns:a="http://schemas.openxmlformats.org/drawingml/2006/main">
              <a:ext uri="{FF2B5EF4-FFF2-40B4-BE49-F238E27FC236}">
                <a16:creationId xmlns:a16="http://schemas.microsoft.com/office/drawing/2014/main" id="{FAB78BAD-219B-4FBB-95A5-CAE1268CA01F}"/>
              </a:ext>
            </a:extLst>
          </p:cNvPr>
          <p:cNvSpPr>
            <a:spLocks xmlns:a="http://schemas.openxmlformats.org/drawingml/2006/main" noGrp="1"/>
          </p:cNvSpPr>
          <p:nvPr/>
        </p:nvSpPr>
        <p:spPr>
          <a:xfrm xmlns:a="http://schemas.openxmlformats.org/drawingml/2006/main">
            <a:off x="6343650" y="3362325"/>
            <a:ext cx="4762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3F5"/>
                </a:solidFill>
                <a:latin typeface="Arial"/>
                <a:ea typeface="Arial"/>
                <a:cs typeface="Arial"/>
              </a:defRPr>
            </a:pPr>
            <a:r>
              <a:rPr sz="2550" b="0">
                <a:solidFill>
                  <a:srgbClr val="F6F3F5"/>
                </a:solidFill>
                <a:latin typeface="Arial"/>
                <a:ea typeface="Arial"/>
                <a:cs typeface="Arial"/>
              </a:rPr>
              <a:t>Você fala e escuta as respostas, se a ferramenta oferecer esse recurso.</a:t>
            </a:r>
          </a:p>
        </p:txBody>
      </p:sp>
    </p:spTree>
    <p:extLst>
      <p:ext uri="{BB962C8B-B14F-4D97-AF65-F5344CB8AC3E}">
        <p14:creationId xmlns:p14="http://schemas.microsoft.com/office/powerpoint/2010/main" val="1860590682"/>
      </p:ext>
    </p:extLst>
  </p:cSld>
</p:sld>
</file>

<file path=ppt/slides/slide3.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5DD7FB-3F3D-41B6-8D12-8341E49F3469}"/>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04</a:t>
            </a:r>
          </a:p>
        </p:txBody>
      </p:sp>
      <p:sp>
        <p:nvSpPr>
          <p:cNvPr id="2" name="">
            <a:extLst xmlns:a="http://schemas.openxmlformats.org/drawingml/2006/main">
              <a:ext uri="{FF2B5EF4-FFF2-40B4-BE49-F238E27FC236}">
                <a16:creationId xmlns:a16="http://schemas.microsoft.com/office/drawing/2014/main" id="{997F7E0C-03E4-4D95-ABC3-D375BF905BC8}"/>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3 / 5</a:t>
            </a:r>
          </a:p>
        </p:txBody>
      </p:sp>
      <p:sp>
        <p:nvSpPr>
          <p:cNvPr id="3" name="">
            <a:extLst xmlns:a="http://schemas.openxmlformats.org/drawingml/2006/main">
              <a:ext uri="{FF2B5EF4-FFF2-40B4-BE49-F238E27FC236}">
                <a16:creationId xmlns:a16="http://schemas.microsoft.com/office/drawing/2014/main" id="{C93CE4A9-38BC-410F-88CB-40859881BCA4}"/>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F5"/>
                </a:solidFill>
                <a:latin typeface="Arial"/>
                <a:ea typeface="Arial"/>
                <a:cs typeface="Arial"/>
              </a:defRPr>
            </a:pPr>
            <a:r>
              <a:rPr sz="3600" b="1">
                <a:solidFill>
                  <a:srgbClr val="F6F3F5"/>
                </a:solidFill>
                <a:latin typeface="Arial"/>
                <a:ea typeface="Arial"/>
                <a:cs typeface="Arial"/>
              </a:rPr>
              <a:t>Espaço para pensar antes da resposta</a:t>
            </a:r>
          </a:p>
        </p:txBody>
      </p:sp>
      <p:sp>
        <p:nvSpPr>
          <p:cNvPr id="4" name="">
            <a:extLst xmlns:a="http://schemas.openxmlformats.org/drawingml/2006/main">
              <a:ext uri="{FF2B5EF4-FFF2-40B4-BE49-F238E27FC236}">
                <a16:creationId xmlns:a16="http://schemas.microsoft.com/office/drawing/2014/main" id="{2AB4EF6F-BE39-4791-A8F8-CEF173543D91}"/>
              </a:ext>
            </a:extLst>
          </p:cNvPr>
          <p:cNvSpPr>
            <a:spLocks xmlns:a="http://schemas.openxmlformats.org/drawingml/2006/main" noGrp="1"/>
          </p:cNvSpPr>
          <p:nvPr/>
        </p:nvSpPr>
        <p:spPr>
          <a:xfrm xmlns:a="http://schemas.openxmlformats.org/drawingml/2006/main">
            <a:off x="628650" y="2276475"/>
            <a:ext cx="106680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E7B5D4"/>
                </a:solidFill>
                <a:latin typeface="Arial"/>
                <a:ea typeface="Arial"/>
                <a:cs typeface="Arial"/>
              </a:defRPr>
            </a:pPr>
            <a:r>
              <a:rPr sz="2850" b="0">
                <a:solidFill>
                  <a:srgbClr val="E7B5D4"/>
                </a:solidFill>
                <a:latin typeface="Arial"/>
                <a:ea typeface="Arial"/>
                <a:cs typeface="Arial"/>
              </a:rPr>
              <a:t>Vou contar uma ideia ainda desorganizada.</a:t>
            </a:r>
          </a:p>
          <a:p xmlns:a="http://schemas.openxmlformats.org/drawingml/2006/main">
            <a:pPr>
              <a:defRPr sz="2850" b="0">
                <a:solidFill>
                  <a:srgbClr val="E7B5D4"/>
                </a:solidFill>
                <a:latin typeface="Arial"/>
                <a:ea typeface="Arial"/>
                <a:cs typeface="Arial"/>
              </a:defRPr>
            </a:pPr>
            <a:r>
              <a:rPr sz="2850" b="0">
                <a:solidFill>
                  <a:srgbClr val="E7B5D4"/>
                </a:solidFill>
                <a:latin typeface="Arial"/>
                <a:ea typeface="Arial"/>
                <a:cs typeface="Arial"/>
              </a:rPr>
              <a:t>Espere eu dizer “terminei”.</a:t>
            </a:r>
          </a:p>
          <a:p xmlns:a="http://schemas.openxmlformats.org/drawingml/2006/main">
            <a:pPr>
              <a:defRPr sz="2850" b="0">
                <a:solidFill>
                  <a:srgbClr val="E7B5D4"/>
                </a:solidFill>
                <a:latin typeface="Arial"/>
                <a:ea typeface="Arial"/>
                <a:cs typeface="Arial"/>
              </a:defRPr>
            </a:pPr>
            <a:r>
              <a:rPr sz="2850" b="0">
                <a:solidFill>
                  <a:srgbClr val="E7B5D4"/>
                </a:solidFill>
                <a:latin typeface="Arial"/>
                <a:ea typeface="Arial"/>
                <a:cs typeface="Arial"/>
              </a:rPr>
              <a:t>Depois, resuma o que entendeu e me faça uma pergunta sobre o que ficou pouco claro.</a:t>
            </a:r>
          </a:p>
        </p:txBody>
      </p:sp>
      <p:sp>
        <p:nvSpPr>
          <p:cNvPr id="5" name="">
            <a:extLst xmlns:a="http://schemas.openxmlformats.org/drawingml/2006/main">
              <a:ext uri="{FF2B5EF4-FFF2-40B4-BE49-F238E27FC236}">
                <a16:creationId xmlns:a16="http://schemas.microsoft.com/office/drawing/2014/main" id="{CBDD633F-6BFF-4F06-B520-DDF8BD55D01D}"/>
              </a:ext>
            </a:extLst>
          </p:cNvPr>
          <p:cNvSpPr>
            <a:spLocks xmlns:a="http://schemas.openxmlformats.org/drawingml/2006/main" noGrp="1"/>
          </p:cNvSpPr>
          <p:nvPr/>
        </p:nvSpPr>
        <p:spPr>
          <a:xfrm xmlns:a="http://schemas.openxmlformats.org/drawingml/2006/main">
            <a:off x="647700" y="56007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0ABB0"/>
                </a:solidFill>
                <a:latin typeface="Arial"/>
                <a:ea typeface="Arial"/>
                <a:cs typeface="Arial"/>
              </a:defRPr>
            </a:pPr>
            <a:r>
              <a:rPr sz="1875" b="0">
                <a:solidFill>
                  <a:srgbClr val="B0ABB0"/>
                </a:solidFill>
                <a:latin typeface="Arial"/>
                <a:ea typeface="Arial"/>
                <a:cs typeface="Arial"/>
              </a:rPr>
              <a:t>Você pode revisar a transcrição antes de enviar.</a:t>
            </a:r>
          </a:p>
        </p:txBody>
      </p:sp>
    </p:spTree>
    <p:extLst>
      <p:ext uri="{BB962C8B-B14F-4D97-AF65-F5344CB8AC3E}">
        <p14:creationId xmlns:p14="http://schemas.microsoft.com/office/powerpoint/2010/main" val="215972094"/>
      </p:ext>
    </p:extLst>
  </p:cSld>
</p:sld>
</file>

<file path=ppt/slides/slide4.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F098E9-5E99-413D-975A-7F1F9482DCAF}"/>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EMADA ACADEMY     /     AULA 04</a:t>
            </a:r>
          </a:p>
        </p:txBody>
      </p:sp>
      <p:sp>
        <p:nvSpPr>
          <p:cNvPr id="2" name="">
            <a:extLst xmlns:a="http://schemas.openxmlformats.org/drawingml/2006/main">
              <a:ext uri="{FF2B5EF4-FFF2-40B4-BE49-F238E27FC236}">
                <a16:creationId xmlns:a16="http://schemas.microsoft.com/office/drawing/2014/main" id="{653BEA30-6DBC-41A3-9908-4BBBFDBBD912}"/>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0ABB0"/>
                </a:solidFill>
                <a:latin typeface="Arial"/>
                <a:ea typeface="Arial"/>
                <a:cs typeface="Arial"/>
              </a:defRPr>
            </a:pPr>
            <a:r>
              <a:rPr sz="1350" b="0">
                <a:solidFill>
                  <a:srgbClr val="B0ABB0"/>
                </a:solidFill>
                <a:latin typeface="Arial"/>
                <a:ea typeface="Arial"/>
                <a:cs typeface="Arial"/>
              </a:rPr>
              <a:t>4 / 5</a:t>
            </a:r>
          </a:p>
        </p:txBody>
      </p:sp>
      <p:sp>
        <p:nvSpPr>
          <p:cNvPr id="3" name="">
            <a:extLst xmlns:a="http://schemas.openxmlformats.org/drawingml/2006/main">
              <a:ext uri="{FF2B5EF4-FFF2-40B4-BE49-F238E27FC236}">
                <a16:creationId xmlns:a16="http://schemas.microsoft.com/office/drawing/2014/main" id="{B3F68FD7-C62A-475A-AA36-4FDD1A219940}"/>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6F3F5"/>
                </a:solidFill>
                <a:latin typeface="Arial"/>
                <a:ea typeface="Arial"/>
                <a:cs typeface="Arial"/>
              </a:defRPr>
            </a:pPr>
            <a:r>
              <a:rPr sz="3600" b="1">
                <a:solidFill>
                  <a:srgbClr val="F6F3F5"/>
                </a:solidFill>
                <a:latin typeface="Arial"/>
                <a:ea typeface="Arial"/>
                <a:cs typeface="Arial"/>
              </a:rPr>
              <a:t>Sua intenção e a interpretação da IA</a:t>
            </a:r>
          </a:p>
        </p:txBody>
      </p:sp>
      <p:sp>
        <p:nvSpPr>
          <p:cNvPr id="4" name="">
            <a:extLst xmlns:a="http://schemas.openxmlformats.org/drawingml/2006/main">
              <a:ext uri="{FF2B5EF4-FFF2-40B4-BE49-F238E27FC236}">
                <a16:creationId xmlns:a16="http://schemas.microsoft.com/office/drawing/2014/main" id="{D3432C0E-5DDF-433C-9319-11786ABBFA75}"/>
              </a:ext>
            </a:extLst>
          </p:cNvPr>
          <p:cNvSpPr>
            <a:spLocks xmlns:a="http://schemas.openxmlformats.org/drawingml/2006/main" noGrp="1"/>
          </p:cNvSpPr>
          <p:nvPr/>
        </p:nvSpPr>
        <p:spPr>
          <a:xfrm xmlns:a="http://schemas.openxmlformats.org/drawingml/2006/main">
            <a:off x="609600" y="257175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5D4"/>
                </a:solidFill>
                <a:latin typeface="Arial"/>
                <a:ea typeface="Arial"/>
                <a:cs typeface="Arial"/>
              </a:defRPr>
            </a:pPr>
            <a:r>
              <a:rPr sz="2550" b="1">
                <a:solidFill>
                  <a:srgbClr val="E7B5D4"/>
                </a:solidFill>
                <a:latin typeface="Arial"/>
                <a:ea typeface="Arial"/>
                <a:cs typeface="Arial"/>
              </a:rPr>
              <a:t>O que você quis dizer</a:t>
            </a:r>
          </a:p>
        </p:txBody>
      </p:sp>
      <p:sp>
        <p:nvSpPr>
          <p:cNvPr id="5" name="">
            <a:extLst xmlns:a="http://schemas.openxmlformats.org/drawingml/2006/main">
              <a:ext uri="{FF2B5EF4-FFF2-40B4-BE49-F238E27FC236}">
                <a16:creationId xmlns:a16="http://schemas.microsoft.com/office/drawing/2014/main" id="{FE9E32D7-150A-41A4-9C83-0112ACB1B26C}"/>
              </a:ext>
            </a:extLst>
          </p:cNvPr>
          <p:cNvSpPr>
            <a:spLocks xmlns:a="http://schemas.openxmlformats.org/drawingml/2006/main" noGrp="1"/>
          </p:cNvSpPr>
          <p:nvPr/>
        </p:nvSpPr>
        <p:spPr>
          <a:xfrm xmlns:a="http://schemas.openxmlformats.org/drawingml/2006/main">
            <a:off x="6343650" y="2571750"/>
            <a:ext cx="4857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E7B5D4"/>
                </a:solidFill>
                <a:latin typeface="Arial"/>
                <a:ea typeface="Arial"/>
                <a:cs typeface="Arial"/>
              </a:defRPr>
            </a:pPr>
            <a:r>
              <a:rPr sz="2550" b="1">
                <a:solidFill>
                  <a:srgbClr val="E7B5D4"/>
                </a:solidFill>
                <a:latin typeface="Arial"/>
                <a:ea typeface="Arial"/>
                <a:cs typeface="Arial"/>
              </a:rPr>
              <a:t>Uma conclusão indevida</a:t>
            </a:r>
          </a:p>
        </p:txBody>
      </p:sp>
      <p:sp>
        <p:nvSpPr>
          <p:cNvPr id="6" name="">
            <a:extLst xmlns:a="http://schemas.openxmlformats.org/drawingml/2006/main">
              <a:ext uri="{FF2B5EF4-FFF2-40B4-BE49-F238E27FC236}">
                <a16:creationId xmlns:a16="http://schemas.microsoft.com/office/drawing/2014/main" id="{5AFFEEE1-05B0-44FB-9A15-480242DD1AD8}"/>
              </a:ext>
            </a:extLst>
          </p:cNvPr>
          <p:cNvSpPr>
            <a:spLocks xmlns:a="http://schemas.openxmlformats.org/drawingml/2006/main" noGrp="1"/>
          </p:cNvSpPr>
          <p:nvPr/>
        </p:nvSpPr>
        <p:spPr>
          <a:xfrm xmlns:a="http://schemas.openxmlformats.org/drawingml/2006/main">
            <a:off x="609600" y="3362325"/>
            <a:ext cx="4762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3F5"/>
                </a:solidFill>
                <a:latin typeface="Arial"/>
                <a:ea typeface="Arial"/>
                <a:cs typeface="Arial"/>
              </a:defRPr>
            </a:pPr>
            <a:r>
              <a:rPr sz="2550" b="0">
                <a:solidFill>
                  <a:srgbClr val="F6F3F5"/>
                </a:solidFill>
                <a:latin typeface="Arial"/>
                <a:ea typeface="Arial"/>
                <a:cs typeface="Arial"/>
              </a:rPr>
              <a:t>“Ainda estou escolhendo uma data.”</a:t>
            </a:r>
          </a:p>
        </p:txBody>
      </p:sp>
      <p:sp>
        <p:nvSpPr>
          <p:cNvPr id="7" name="">
            <a:extLst xmlns:a="http://schemas.openxmlformats.org/drawingml/2006/main">
              <a:ext uri="{FF2B5EF4-FFF2-40B4-BE49-F238E27FC236}">
                <a16:creationId xmlns:a16="http://schemas.microsoft.com/office/drawing/2014/main" id="{0961C5E7-D6F9-45A9-BF1D-A63279FB8416}"/>
              </a:ext>
            </a:extLst>
          </p:cNvPr>
          <p:cNvSpPr>
            <a:spLocks xmlns:a="http://schemas.openxmlformats.org/drawingml/2006/main" noGrp="1"/>
          </p:cNvSpPr>
          <p:nvPr/>
        </p:nvSpPr>
        <p:spPr>
          <a:xfrm xmlns:a="http://schemas.openxmlformats.org/drawingml/2006/main">
            <a:off x="6343650" y="3362325"/>
            <a:ext cx="47625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6F3F5"/>
                </a:solidFill>
                <a:latin typeface="Arial"/>
                <a:ea typeface="Arial"/>
                <a:cs typeface="Arial"/>
              </a:defRPr>
            </a:pPr>
            <a:r>
              <a:rPr sz="2550" b="0">
                <a:solidFill>
                  <a:srgbClr val="F6F3F5"/>
                </a:solidFill>
                <a:latin typeface="Arial"/>
                <a:ea typeface="Arial"/>
                <a:cs typeface="Arial"/>
              </a:rPr>
              <a:t>“A data do encontro está definida.”</a:t>
            </a:r>
          </a:p>
        </p:txBody>
      </p:sp>
    </p:spTree>
    <p:extLst>
      <p:ext uri="{BB962C8B-B14F-4D97-AF65-F5344CB8AC3E}">
        <p14:creationId xmlns:p14="http://schemas.microsoft.com/office/powerpoint/2010/main" val="170576336"/>
      </p:ext>
    </p:extLst>
  </p:cSld>
</p:sld>
</file>

<file path=ppt/slides/slide5.xml><?xml version="1.0" encoding="utf-8"?>
<p:sld xmlns:p="http://schemas.openxmlformats.org/presentationml/2006/main">
  <p:cSld>
    <p:bg>
      <p:bgPr>
        <a:solidFill xmlns:a="http://schemas.openxmlformats.org/drawingml/2006/main">
          <a:srgbClr val="E7B5D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927BF9-F57C-4A4C-88DC-6A089D5307D8}"/>
              </a:ext>
            </a:extLst>
          </p:cNvPr>
          <p:cNvSpPr>
            <a:spLocks xmlns:a="http://schemas.openxmlformats.org/drawingml/2006/main" noGrp="1"/>
          </p:cNvSpPr>
          <p:nvPr/>
        </p:nvSpPr>
        <p:spPr>
          <a:xfrm xmlns:a="http://schemas.openxmlformats.org/drawingml/2006/main">
            <a:off x="609600" y="3238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434B"/>
                </a:solidFill>
                <a:latin typeface="Arial"/>
                <a:ea typeface="Arial"/>
                <a:cs typeface="Arial"/>
              </a:defRPr>
            </a:pPr>
            <a:r>
              <a:rPr sz="1350" b="0">
                <a:solidFill>
                  <a:srgbClr val="51434B"/>
                </a:solidFill>
                <a:latin typeface="Arial"/>
                <a:ea typeface="Arial"/>
                <a:cs typeface="Arial"/>
              </a:rPr>
              <a:t>EMADA ACADEMY     /     AULA 04</a:t>
            </a:r>
          </a:p>
        </p:txBody>
      </p:sp>
      <p:sp>
        <p:nvSpPr>
          <p:cNvPr id="2" name="">
            <a:extLst xmlns:a="http://schemas.openxmlformats.org/drawingml/2006/main">
              <a:ext uri="{FF2B5EF4-FFF2-40B4-BE49-F238E27FC236}">
                <a16:creationId xmlns:a16="http://schemas.microsoft.com/office/drawing/2014/main" id="{D7081C2E-7B19-456E-AAC0-92BF3621DE6D}"/>
              </a:ext>
            </a:extLst>
          </p:cNvPr>
          <p:cNvSpPr>
            <a:spLocks xmlns:a="http://schemas.openxmlformats.org/drawingml/2006/main" noGrp="1"/>
          </p:cNvSpPr>
          <p:nvPr/>
        </p:nvSpPr>
        <p:spPr>
          <a:xfrm xmlns:a="http://schemas.openxmlformats.org/drawingml/2006/main">
            <a:off x="10953750" y="3238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1434B"/>
                </a:solidFill>
                <a:latin typeface="Arial"/>
                <a:ea typeface="Arial"/>
                <a:cs typeface="Arial"/>
              </a:defRPr>
            </a:pPr>
            <a:r>
              <a:rPr sz="1350" b="0">
                <a:solidFill>
                  <a:srgbClr val="51434B"/>
                </a:solidFill>
                <a:latin typeface="Arial"/>
                <a:ea typeface="Arial"/>
                <a:cs typeface="Arial"/>
              </a:rPr>
              <a:t>5 / 5</a:t>
            </a:r>
          </a:p>
        </p:txBody>
      </p:sp>
      <p:sp>
        <p:nvSpPr>
          <p:cNvPr id="3" name="">
            <a:extLst xmlns:a="http://schemas.openxmlformats.org/drawingml/2006/main">
              <a:ext uri="{FF2B5EF4-FFF2-40B4-BE49-F238E27FC236}">
                <a16:creationId xmlns:a16="http://schemas.microsoft.com/office/drawing/2014/main" id="{B7093FD4-3414-40D2-B451-66126231CB01}"/>
              </a:ext>
            </a:extLst>
          </p:cNvPr>
          <p:cNvSpPr>
            <a:spLocks xmlns:a="http://schemas.openxmlformats.org/drawingml/2006/main" noGrp="1"/>
          </p:cNvSpPr>
          <p:nvPr/>
        </p:nvSpPr>
        <p:spPr>
          <a:xfrm xmlns:a="http://schemas.openxmlformats.org/drawingml/2006/main">
            <a:off x="609600" y="100965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01010"/>
                </a:solidFill>
                <a:latin typeface="Arial"/>
                <a:ea typeface="Arial"/>
                <a:cs typeface="Arial"/>
              </a:defRPr>
            </a:pPr>
            <a:r>
              <a:rPr sz="3600" b="1">
                <a:solidFill>
                  <a:srgbClr val="101010"/>
                </a:solidFill>
                <a:latin typeface="Arial"/>
                <a:ea typeface="Arial"/>
                <a:cs typeface="Arial"/>
              </a:rPr>
              <a:t>Da reflexão ao próximo passo</a:t>
            </a:r>
          </a:p>
        </p:txBody>
      </p:sp>
      <p:sp>
        <p:nvSpPr>
          <p:cNvPr id="4" name="">
            <a:extLst xmlns:a="http://schemas.openxmlformats.org/drawingml/2006/main">
              <a:ext uri="{FF2B5EF4-FFF2-40B4-BE49-F238E27FC236}">
                <a16:creationId xmlns:a16="http://schemas.microsoft.com/office/drawing/2014/main" id="{37116CB9-DC79-488C-B482-A970C6FE8E2A}"/>
              </a:ext>
            </a:extLst>
          </p:cNvPr>
          <p:cNvSpPr>
            <a:spLocks xmlns:a="http://schemas.openxmlformats.org/drawingml/2006/main" noGrp="1"/>
          </p:cNvSpPr>
          <p:nvPr/>
        </p:nvSpPr>
        <p:spPr>
          <a:xfrm xmlns:a="http://schemas.openxmlformats.org/drawingml/2006/main">
            <a:off x="609600" y="2371725"/>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01010"/>
                </a:solidFill>
                <a:latin typeface="Arial"/>
                <a:ea typeface="Arial"/>
                <a:cs typeface="Arial"/>
              </a:defRPr>
            </a:pPr>
            <a:r>
              <a:rPr sz="4650" b="1">
                <a:solidFill>
                  <a:srgbClr val="101010"/>
                </a:solidFill>
                <a:latin typeface="Arial"/>
                <a:ea typeface="Arial"/>
                <a:cs typeface="Arial"/>
              </a:rPr>
              <a:t>Uma ideia falada.</a:t>
            </a:r>
          </a:p>
          <a:p xmlns:a="http://schemas.openxmlformats.org/drawingml/2006/main">
            <a:pPr>
              <a:defRPr sz="4650" b="1">
                <a:solidFill>
                  <a:srgbClr val="101010"/>
                </a:solidFill>
                <a:latin typeface="Arial"/>
                <a:ea typeface="Arial"/>
                <a:cs typeface="Arial"/>
              </a:defRPr>
            </a:pPr>
            <a:r>
              <a:rPr sz="4650" b="1">
                <a:solidFill>
                  <a:srgbClr val="101010"/>
                </a:solidFill>
                <a:latin typeface="Arial"/>
                <a:ea typeface="Arial"/>
                <a:cs typeface="Arial"/>
              </a:rPr>
              <a:t>Uma ação que cabe hoje.</a:t>
            </a:r>
          </a:p>
        </p:txBody>
      </p:sp>
      <p:sp>
        <p:nvSpPr>
          <p:cNvPr id="5" name="">
            <a:extLst xmlns:a="http://schemas.openxmlformats.org/drawingml/2006/main">
              <a:ext uri="{FF2B5EF4-FFF2-40B4-BE49-F238E27FC236}">
                <a16:creationId xmlns:a16="http://schemas.microsoft.com/office/drawing/2014/main" id="{ED3540CC-B7D0-4EDB-A089-5A00BF1F0935}"/>
              </a:ext>
            </a:extLst>
          </p:cNvPr>
          <p:cNvSpPr>
            <a:spLocks xmlns:a="http://schemas.openxmlformats.org/drawingml/2006/main" noGrp="1"/>
          </p:cNvSpPr>
          <p:nvPr/>
        </p:nvSpPr>
        <p:spPr>
          <a:xfrm xmlns:a="http://schemas.openxmlformats.org/drawingml/2006/main">
            <a:off x="647700" y="4495800"/>
            <a:ext cx="10001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51434B"/>
                </a:solidFill>
                <a:latin typeface="Arial"/>
                <a:ea typeface="Arial"/>
                <a:cs typeface="Arial"/>
              </a:defRPr>
            </a:pPr>
            <a:r>
              <a:rPr sz="2400" b="0">
                <a:solidFill>
                  <a:srgbClr val="51434B"/>
                </a:solidFill>
                <a:latin typeface="Arial"/>
                <a:ea typeface="Arial"/>
                <a:cs typeface="Arial"/>
              </a:rPr>
              <a:t>Fale por 2–3 minutos, revise o resumo e escolha uma ação pequena.</a:t>
            </a:r>
          </a:p>
        </p:txBody>
      </p:sp>
    </p:spTree>
    <p:extLst>
      <p:ext uri="{BB962C8B-B14F-4D97-AF65-F5344CB8AC3E}">
        <p14:creationId xmlns:p14="http://schemas.microsoft.com/office/powerpoint/2010/main" val="2716577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2026-09-10T17:36:38.6800000Z</dcterms:created>
  <dcterms:modified xsi:type="dcterms:W3CDTF">2026-09-10T17:36:38.6800000Z</dcterms:modified>
</coreProperties>
</file>