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83977054c24eb4" /><Relationship Type="http://schemas.openxmlformats.org/officeDocument/2006/relationships/extended-properties" Target="/docProps/app.xml" Id="R2f266b558aaf43f2" /><Relationship Type="http://schemas.openxmlformats.org/officeDocument/2006/relationships/officeDocument" Target="/ppt/presentation.xml" Id="R60ff987605f54e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90c91d2fc40a0"/>
  </p:sldMasterIdLst>
  <p:notesMasterIdLst>
    <p:notesMasterId xmlns:r="http://schemas.openxmlformats.org/officeDocument/2006/relationships" r:id="R3d5f472ec9bb49f5"/>
  </p:notesMasterIdLst>
  <p:sldIdLst>
    <p:sldId xmlns:r="http://schemas.openxmlformats.org/officeDocument/2006/relationships" id="256" r:id="R46635326fb0e4c68"/>
    <p:sldId xmlns:r="http://schemas.openxmlformats.org/officeDocument/2006/relationships" id="257" r:id="R0ed0b36ad0a94b24"/>
    <p:sldId xmlns:r="http://schemas.openxmlformats.org/officeDocument/2006/relationships" id="258" r:id="R60178be6cab54072"/>
    <p:sldId xmlns:r="http://schemas.openxmlformats.org/officeDocument/2006/relationships" id="259" r:id="Rafc9c318aad54472"/>
    <p:sldId xmlns:r="http://schemas.openxmlformats.org/officeDocument/2006/relationships" id="260" r:id="R3c8318e6fcc44d4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65e93669cb46e4" /><Relationship Type="http://schemas.openxmlformats.org/officeDocument/2006/relationships/slideMaster" Target="/ppt/slideMasters/slideMaster1.xml" Id="Rd5c90c91d2fc40a0" /><Relationship Type="http://schemas.openxmlformats.org/officeDocument/2006/relationships/notesMaster" Target="/ppt/notesMasters/notesMaster1.xml" Id="R3d5f472ec9bb49f5" /><Relationship Type="http://schemas.openxmlformats.org/officeDocument/2006/relationships/presProps" Target="/ppt/presProps.xml" Id="R7e119040dfab4456" /><Relationship Type="http://schemas.openxmlformats.org/officeDocument/2006/relationships/tableStyles" Target="/ppt/tableStyles.xml" Id="R7d98079538f94a44" /><Relationship Type="http://schemas.openxmlformats.org/officeDocument/2006/relationships/slide" Target="/ppt/slides/slide1.xml" Id="R46635326fb0e4c68" /><Relationship Type="http://schemas.openxmlformats.org/officeDocument/2006/relationships/slide" Target="/ppt/slides/slide2.xml" Id="R0ed0b36ad0a94b24" /><Relationship Type="http://schemas.openxmlformats.org/officeDocument/2006/relationships/slide" Target="/ppt/slides/slide3.xml" Id="R60178be6cab54072" /><Relationship Type="http://schemas.openxmlformats.org/officeDocument/2006/relationships/slide" Target="/ppt/slides/slide4.xml" Id="Rafc9c318aad54472" /><Relationship Type="http://schemas.openxmlformats.org/officeDocument/2006/relationships/slide" Target="/ppt/slides/slide5.xml" Id="R3c8318e6fcc44d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7759e52e9b41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69e0a6aeba48a7" /><Relationship Type="http://schemas.openxmlformats.org/officeDocument/2006/relationships/notesMaster" Target="/ppt/notesMasters/notesMaster1.xml" Id="R566b5be653694e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9d2e9d29214655" /><Relationship Type="http://schemas.openxmlformats.org/officeDocument/2006/relationships/notesMaster" Target="/ppt/notesMasters/notesMaster1.xml" Id="R621e14c44f204b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caf5919a6d4f36" /><Relationship Type="http://schemas.openxmlformats.org/officeDocument/2006/relationships/notesMaster" Target="/ppt/notesMasters/notesMaster1.xml" Id="Rc4ab62c001ea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cb6c93783448e4" /><Relationship Type="http://schemas.openxmlformats.org/officeDocument/2006/relationships/notesMaster" Target="/ppt/notesMasters/notesMaster1.xml" Id="R30205d8ad3e44c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c25fa833a24cd4" /><Relationship Type="http://schemas.openxmlformats.org/officeDocument/2006/relationships/notesMaster" Target="/ppt/notesMasters/notesMaster1.xml" Id="R12ba591b0c17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Até aqui, você explorou possibilidades. Agora vai acompanhar uma ideia até uma versão utilizável. Um projeto pessoal não precisa ser grande: precisa ter um resultado reconhecível e espaço para você exercer seu julgamento.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Pense em uma lista de compras, um convite ou uma sequência curta de estudo. Escolha algo que termine em um objeto concreto: um texto, uma lista ou um plano. Isso ajuda a perceber quando você está avançando e quando apenas continua conversando sem chegar a uma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vai guardar um trecho da primeira resposta, pedir uma alteração e comparar as versões. O que interessa é a transformação. Se a segunda versão ficar pior, isso também merece registro: qual orientação foi mal interpretada? O que você manteria da primeira? Seu olhar é parte da construção.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Gerar o rascunho é uma etapa do projeto, não a conclusão automática dele.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Três jantares, não uma vida nova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Nina quer cozinhar mais, mas tem pouco tempo durante a semana.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escolhe um projeto: três ideias de jantar para duas pessoas, com preparo simples e ingredientes já disponíveis.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Agora existe algo para entregar. Ela pode avaliar a lista, trocar uma receita demorada e conferir se os ingredientes realmente bastam. O projeto cabe em uma conversa curta e em uma revisão cuidadosa.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objeto existirá quando seu projeto terminar?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Tente nomeá-lo sem usar ‘melhorar’ ou ‘organizar’ sozinhos: ‘um convite de duas frases’, ‘uma lista de cinco tarefas’ ou ‘um plano de três sessões’. Se a saída ainda parecer enorme, reduza uma dimensão.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Pequeno não é pouco. Pequeno é algo que você pode terminar, examinar e aprender a melhorar.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Projetos ficam mais manejáveis quando você limita quantidade, duração e formato. Não é preciso resolver todas as versões de um problema. Escolha uma parte que permita ver um resultado hoje, sem depender de uma longa investigação.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‘Organizar minha alimentação’ reúne compras, preferências, disponibilidade e muitas outras decisões. Para este exercício, transforme isso em ‘sugerir três jantares simples’. O exemplo é de organização cotidiana: não é orientação nutricional nem substitui o cuidado profissional quando ele for necessário.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Defina também o que fica de fora. Neste primeiro teste, você pode pedir somente ideias e uma lista de ingredientes, sem calcular preços ou montar um cardápio completo. Essas fronteiras ajudam você e o modelo a não expandirem a tarefa além do que conseguem avaliar.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borda explica tanto o que será produzido quanto o que não será resolvido neste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Outro recorte possível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‘Quero aprender desenho’ parece grande demais para uma única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‘Proponha três exercícios de observação de dez minutos usando lápis e papel, com uma instrução simples para cada um.’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Quantidade, duração e materiais tornam a proposta verificável. A pessoa ainda precisa executar um exercício para avaliar se a instrução está clara e se a duração faz sentido.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Seu projeto está crescendo durante a conversa. Como voltar ao recorte?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Diga o que quer manter e o que quer excluir: ‘Volte a apenas três exercícios de observação. Não inclua teoria, compra de materiais ou um calendário mensal.’ Depois confira se a nova resposta respeita essa borda.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Definir o que fica de fora abre espaço para fazer bem o que ficou dentro.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bom contexto não é o maior contexto. É o conjunto de informações que muda a resposta. Objetivo, condições e formato costumam orientar mais do que uma longa história sem relação direta com 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os jantares, o número de pessoas, o tempo disponível e os ingredientes importam. O nome completo de quem vai comer não importa para esse teste. Faça essa distinção antes de enviar: o dado altera a proposta ou só expõe uma informação desnecessária? Use uma situação fictícia nas práticas.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faltar algo essencial, convide a IA a perguntar. Isso reduz a tentação de preencher todas as lacunas com suposições. Mas mantenha o controle: nem toda pergunta do modelo será necessária. Você pode informar que um dado é irrelevante, recusar compartilhá-lo ou escolher uma premissa fictícia.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Essas peças são um apoio para pensar. Não é obrigatório usar rótulos ou preencher uma fórmula em toda mensagem.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O detalhe que realmente muda a proposta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modelo sugere uma preparação no forno, mas a cozinha fictícia só tem fogão.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‘Neste exemplo, tenho apenas fogão. Refaça as três opções sem forno e indique o tempo aproximado de cada etapa.’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equipamento muda o que é viável. Já acrescentar detalhes pessoais sem relação com a cozinha aumentaria o texto sem orientar a decisão. Mesmo os tempos estimados precisam ser avaliados na prática.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Quero planejar três jantares fictícios para duas pessoas, com até 20 minutos de preparo cada. Tenho apenas fogão. Antes de sugerir, pergunte quais ingredientes estão disponíveis. Depois, organize opções, ingredientes e etapas curtas. Não inclua preços nem orientações nutricionais.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informação você está prestes a enviar que não mudaria a resposta?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Pode ser um nome, um endereço ou uma história longa. Substitua por algo genérico quando possível. Em seguida, veja se ficou faltando uma condição decisiva, como tempo, material ou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Contexto útil ilumina a tarefa. Não precisa iluminar sua vida inteira.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primeira resposta dá a você algo para reagir. Em vez de pedir apenas ‘melhore’, mostre o desencontro: o que está longo, inviável, confuso ou fora do tom? Uma observação concreta abre caminho para uma revisão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 feedback útil pode reunir três partes: o que preservar, o que mudar e por quê. ‘Mantenha as opções com arroz, substitua a receita que usa forno e limite a lista aos ingredientes informados.’ Assim você evita perder uma parte boa enquanto corrige outra.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Peça uma mudança importante por vez quando isso facilitar a comparação. Se alterar objetivo, público e formato juntos, ficará difícil saber o que ajudou. Ao receber a revisão, procure o problema original e observe se surgiram novos. A segunda versão não merece aprovação só por ser a segunda.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explicação da IA sobre o que mudou é uma pista para revisar, não uma prova de que tudo foi corrigido.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‘Mais simples’ fica concreto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primeira versão usa duas panelas, molho separado e muitos passos.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‘Mantenha a ideia de arroz com legumes, mas use uma panela só e no máximo quatro etapas. Explique a mudança.’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Agora ‘simples’ tem um significado observável. Você consegue contar as etapas, verificar os utensílios e julgar se o preparo continua coerente. Uma instrução impossível ainda precisa ser rejeitada.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Mantenha o que atende ao objetivo, mas revise esta parte: [descreva o problema]. Minha condição é: [limite concreto]. Mostre a nova versão e diga brevemente o que mudou. Não acrescente informações que eu não forneci.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Como tornar ‘não gostei do texto’ mais útil?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Nomeie o que incomoda: ‘A abertura está formal demais para meus amigos. Mantenha dia e horário, troque expressões cerimoniosas por linguagem cotidiana e não acrescente informações.’ É uma direção, não uma exigência de gostar da resposta.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Dar feedback é transformar sua percepção em uma orientação que pode ser testada.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Chegou a hora de escolher o que vai sair da conversa. Talvez seja a segunda versão completa. Talvez seja apenas um trecho que você vai adaptar. Utilidade não exige aceitar tudo o que foi gerado.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a entrega com suas condições iniciais. Se era um convite, releia como destinatário. Se era um plano, confira duração e recursos. Se era uma explicação, tente reconstruí-la com suas palavras e verificar os pontos importantes. A avaliação depende da tarefa, não apenas da qualidade da escrita.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Guarde uma pequena memória do processo: pedido, trecho inicial, feedback e resultado. Escreva também o que você conferiu e o que ainda não testou. Esse registro evita que uma impressão vaga de sucesso esconda limites — e dá a você um ponto de partida melhor na próxima tentativa.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uma condição essencial falhou, registre a pendência. Não é necessário declarar o projeto um sucesso para aprender com ele.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Aprovação com limite claro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Nina termina com três ideias de jantar, mas ainda não cozinhou nenhuma.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‘A lista usa os ingredientes disponíveis. Troquei a opção com forno. Ainda preciso testar se o preparo cabe em 20 minutos.’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avaliação é mais precisa do que ‘funcionou perfeitamente’. Ela separa o que foi conferido no papel do que depende de execução e já aponta o próximo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O que você pode afirmar sobre seu resultado sem exagerar?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Tente separar duas frases: ‘Eu já conferi…’ e ‘Ainda preciso verificar…’. Mesmo uma entrega promissora pode ter condições pendentes. Nomeá-las ajuda você a usar o resultado com mais autonomia.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não está colecionando respostas. Está construindo uma forma própria de trabalhar com elas.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0e005676c49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94616ef2f44494" /><Relationship Type="http://schemas.openxmlformats.org/officeDocument/2006/relationships/slideLayout" Target="/ppt/slideLayouts/slideLayout1.xml" Id="R1803094ee45c42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3094ee45c42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73f04d174b0e" /><Relationship Type="http://schemas.openxmlformats.org/officeDocument/2006/relationships/notesSlide" Target="/ppt/notesSlides/notesSlide1.xml" Id="R5f1a16f7295a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ba5da714e408e" /><Relationship Type="http://schemas.openxmlformats.org/officeDocument/2006/relationships/notesSlide" Target="/ppt/notesSlides/notesSlide2.xml" Id="R63e82c11272146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de3ef59064d83" /><Relationship Type="http://schemas.openxmlformats.org/officeDocument/2006/relationships/notesSlide" Target="/ppt/notesSlides/notesSlide3.xml" Id="Rb6c8a226ca9e4c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936e3c6e141f5" /><Relationship Type="http://schemas.openxmlformats.org/officeDocument/2006/relationships/notesSlide" Target="/ppt/notesSlides/notesSlide4.xml" Id="R774a488c373143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d501a1818473d" /><Relationship Type="http://schemas.openxmlformats.org/officeDocument/2006/relationships/notesSlide" Target="/ppt/notesSlides/notesSlide5.xml" Id="R602e77bee41a47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B81E8-BBD7-43F7-A462-98805B01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primeiro projeto pessoal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C2724-339E-4331-806F-FC9ED407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Até aqui, você explorou possibilidades. Agora vai acompanhar uma ideia até uma versão utilizável. Um projeto pessoal não precisa ser grande: precisa ter um resultado reconhecível e espaço para você exercer seu julgamento.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1001A-5F30-49DD-8496-DD08995D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Uma ideia ganha 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14DB5-A53F-47F1-B3F5-B2F609C2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52786-D11F-41ED-9B66-DA8955C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Intenção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2E7C9-8F27-4CE9-9E0B-FA3676C1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quero tornar mais fácil?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28BA0-2940-48E9-96AE-5FE64709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82174-7E69-4D66-B419-775D44E2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2EAF2-8B26-4861-9559-2E136D9F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Rascunho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BFF57-99E4-4683-9937-0677F1A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primeira proposta para examinar.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91BA3-77C2-4CD5-9829-6B5864AA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8C139-D69F-4CBA-8473-A9F5042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45282-45AF-4694-B62D-85069A4D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AFB5B-8517-483E-8886-8D484B83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mudança guiada pelo meu critério.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C3FF5-0CC7-487F-BCCF-EC60EB9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774EE-32CD-4C29-B71C-51C8DCED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8D6BA-6BF7-4B72-89B7-3D6350A2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50955-0588-4A04-A9CC-49EFB4D8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versão que eu consigo usar ou testar.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0B718-4E96-4BDB-B7BF-564F352D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Pequeno não é pouco. Pequeno é algo que você pode terminar, examinar e aprender a melhorar.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DAB26-4671-4986-A7B7-4D4C918C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1/5</a:t>
            </a:r>
          </a:p>
        </p:txBody>
      </p:sp>
    </p:spTree>
    <p:extLst>
      <p:ext uri="{BB962C8B-B14F-4D97-AF65-F5344CB8AC3E}">
        <p14:creationId xmlns:p14="http://schemas.microsoft.com/office/powerpoint/2010/main" val="1721111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1694D-AE3E-4BF9-ACA0-FB8134C7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projeto que cabe nesta aula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3E758-79FB-40B4-B256-F70A9C8E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Projetos ficam mais manejáveis quando você limita quantidade, duração e formato. Não é preciso resolver todas as versões de um problema. Escolha uma parte que permita ver um resultado hoje, sem depender de uma longa investigação.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E93C7-1731-484F-8BDD-854F110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Recortar é desenhar uma borda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7D832-F40F-41FC-BDEE-BD24EC9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A4798-7AE6-4AFC-9AC9-1AEC4769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Tema amplo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B3D96-B621-404B-8689-FD19A65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Quero cozinhar mais durante a semana.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79E3C-259D-4DB0-8C62-CEAF3554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D4EDC-2DB4-4237-AE05-E9022029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5CDBA-C148-41BF-8EA2-74CB8067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Entrega limitada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39B78-C79F-498E-B261-432AD586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Três ideias de jantar, com até 20 minutos cada.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7FC9E-087B-4835-9C8D-D83AEE02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39134-7A44-4758-9AF5-4045D70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EAB1-FD3A-4E7A-9243-3737107A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Fora do escopo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9FC7C-C341-4B9C-974D-F35D0E7A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Sem preços atuais, metas de saúde ou plano mensal.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FA1EE-B51E-4C3A-9DDD-4F93E6D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Definir o que fica de fora abre espaço para fazer bem o que ficou dentro.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DA8FE-5F86-487A-8AD1-54ED4CE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2/5</a:t>
            </a:r>
          </a:p>
        </p:txBody>
      </p:sp>
    </p:spTree>
    <p:extLst>
      <p:ext uri="{BB962C8B-B14F-4D97-AF65-F5344CB8AC3E}">
        <p14:creationId xmlns:p14="http://schemas.microsoft.com/office/powerpoint/2010/main" val="1355859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C8CC4-C0B7-4D62-8D5C-9A1B1265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 contexto ajuda a orientar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5ABAA-3844-48B6-A8FF-05A1A23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bom contexto não é o maior contexto. É o conjunto de informações que muda a resposta. Objetivo, condições e formato costumam orientar mais do que uma longa história sem relação direta com a entrega.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244CE-4838-43B8-85FB-A44E212B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As peças de um pedido útil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291FB-3089-4736-8BC2-E487F48B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F9898-C5DD-47B4-8853-C4B0002E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293A7-AEBC-4EBD-93DB-0AF81E0C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Planejar três jantares para duas pessoas.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89859-2E79-4841-AFDD-35CCB508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A783F-86F9-4417-AA5E-F5C4DEE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Condições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B74C7-297A-4E84-828D-7BB3E77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Até 20 minutos e ingredientes já disponíveis.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49BDC-B475-4FA2-8F81-C96E3088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009D9-CB3F-4765-AF0D-0DA7CDD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Formato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1E57C-ADA2-438A-95C1-F44D4D77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lista curta com preparo e ingredientes.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81DFE-0456-45DC-A11B-BAE54F85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39D1A-83B2-4D67-B179-4AF8123A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Lacunas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11946-BD3B-4667-AAEF-4DD87C9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Pergunte quais ingredientes temos antes de propor.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5DA21-8DB8-4734-BD42-A2A8200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Contexto útil ilumina a tarefa. Não precisa iluminar sua vida inteira.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A6F4F-8F5B-4419-9ACE-BB2BF2B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3/5</a:t>
            </a:r>
          </a:p>
        </p:txBody>
      </p:sp>
    </p:spTree>
    <p:extLst>
      <p:ext uri="{BB962C8B-B14F-4D97-AF65-F5344CB8AC3E}">
        <p14:creationId xmlns:p14="http://schemas.microsoft.com/office/powerpoint/2010/main" val="2013665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BC71E-FCEF-451F-9D7F-68F62F3D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A segunda versão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AE474-8372-4E6A-93FF-6B2B8601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primeira resposta dá a você algo para reagir. Em vez de pedir apenas ‘melhore’, mostre o desencontro: o que está longo, inviável, confuso ou fora do tom? Uma observação concreta abre caminho para uma revisão concreta.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42539-8958-450C-8D67-3EF40AA1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Da insatisfação ao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1B0BC-69C8-471B-9B35-2AFA8AC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C3319-BF5D-4ACF-8ED5-704B9EE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Perceber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76ED3-69E6-4B60-A294-EF3F7941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Esta receita depende de um ingrediente que não tenho.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196F7-ACDE-4BFC-BF3E-8DFC22D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51E92-25B8-4AF3-8DF4-A6146E39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7C245-9D17-4E02-B6C8-835C544A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Orientar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4B936-94E4-4952-8101-2035F8CF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Substitua-o por um dos ingredientes disponíveis.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F7739-C442-4788-B3F0-9C4B8EB6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C88F7-9AF8-4A86-A764-D0388E5E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EC0E6-2656-4A9D-939A-0794AE26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Conferir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9201F-0494-4A66-B4CB-CD47535A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troca funciona e a lista de compras foi atualizada?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4A635-FB8F-46B6-876E-F8DBC630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Dar feedback é transformar sua percepção em uma orientação que pode ser testada.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44C80-B343-4F11-91AA-69A07569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4/5</a:t>
            </a:r>
          </a:p>
        </p:txBody>
      </p:sp>
    </p:spTree>
    <p:extLst>
      <p:ext uri="{BB962C8B-B14F-4D97-AF65-F5344CB8AC3E}">
        <p14:creationId xmlns:p14="http://schemas.microsoft.com/office/powerpoint/2010/main" val="1690467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F54BE-169A-4935-AB35-E18D8E6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primeiro resultado útil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8C49C-A368-4658-B152-E9E1A555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Chegou a hora de escolher o que vai sair da conversa. Talvez seja a segunda versão completa. Talvez seja apenas um trecho que você vai adaptar. Utilidade não exige aceitar tudo o que foi gerado.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DFCB2-225F-4BA8-AE32-20111FF9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Uma entrega com critério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17EB4-8255-47F2-94B4-337E4C5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751A3-E368-49A3-BFFB-2B55511C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Respeita o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C6A0E-1903-4F1A-83A7-6AFB968F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Quantidade, formato e restrições foram mantidos?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623DD-BE9B-42AD-B972-852F111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E0EFD-D366-4D1E-B540-D8809AC6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DDBC4-BF38-448F-9A9C-AC271FC5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Foi conferida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A4959-6BAA-4685-9965-31095924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Fatos, cálculos e condições importantes foram revisados?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13924-9FB0-4CFD-A235-2BD93E52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76E76-F0B1-4FA5-8961-8BC0C2B2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BF3A7-6037-45B6-BF36-703AC00A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Pode ser usada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C1876-59A2-4E76-9AA6-3BF8B86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aprovo e o que ainda precisa de um teste real?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D9FAB-B137-4094-AAE1-84E69152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não está colecionando respostas. Está construindo uma forma própria de trabalhar com elas.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DC1E1-74CB-48F5-B7AF-5167E699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5/5</a:t>
            </a:r>
          </a:p>
        </p:txBody>
      </p:sp>
    </p:spTree>
    <p:extLst>
      <p:ext uri="{BB962C8B-B14F-4D97-AF65-F5344CB8AC3E}">
        <p14:creationId xmlns:p14="http://schemas.microsoft.com/office/powerpoint/2010/main" val="961598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2026-09-14T19:34:04.2980000Z</dcterms:created>
  <dcterms:modified xsi:type="dcterms:W3CDTF">2026-09-14T19:34:04.2980000Z</dcterms:modified>
</coreProperties>
</file>