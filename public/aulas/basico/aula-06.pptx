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0b0b4ae1f4458b" /><Relationship Type="http://schemas.openxmlformats.org/officeDocument/2006/relationships/extended-properties" Target="/docProps/app.xml" Id="R6a7329cccc734611" /><Relationship Type="http://schemas.openxmlformats.org/officeDocument/2006/relationships/officeDocument" Target="/ppt/presentation.xml" Id="R4cd978852a874d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644f24d0684715"/>
  </p:sldMasterIdLst>
  <p:notesMasterIdLst>
    <p:notesMasterId xmlns:r="http://schemas.openxmlformats.org/officeDocument/2006/relationships" r:id="R9433c382e5fd4343"/>
  </p:notesMasterIdLst>
  <p:sldIdLst>
    <p:sldId xmlns:r="http://schemas.openxmlformats.org/officeDocument/2006/relationships" id="256" r:id="R1c27e75ba801483c"/>
    <p:sldId xmlns:r="http://schemas.openxmlformats.org/officeDocument/2006/relationships" id="257" r:id="R52512269070b4e98"/>
    <p:sldId xmlns:r="http://schemas.openxmlformats.org/officeDocument/2006/relationships" id="258" r:id="Rb64d4485438f402c"/>
    <p:sldId xmlns:r="http://schemas.openxmlformats.org/officeDocument/2006/relationships" id="259" r:id="R91099af0312e4eeb"/>
    <p:sldId xmlns:r="http://schemas.openxmlformats.org/officeDocument/2006/relationships" id="260" r:id="R3f9b82db378c4d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c10191bacc4119" /><Relationship Type="http://schemas.openxmlformats.org/officeDocument/2006/relationships/slideMaster" Target="/ppt/slideMasters/slideMaster1.xml" Id="Rba644f24d0684715" /><Relationship Type="http://schemas.openxmlformats.org/officeDocument/2006/relationships/notesMaster" Target="/ppt/notesMasters/notesMaster1.xml" Id="R9433c382e5fd4343" /><Relationship Type="http://schemas.openxmlformats.org/officeDocument/2006/relationships/presProps" Target="/ppt/presProps.xml" Id="Rb188d0c3b84c4674" /><Relationship Type="http://schemas.openxmlformats.org/officeDocument/2006/relationships/tableStyles" Target="/ppt/tableStyles.xml" Id="R3ed6462c60f948ec" /><Relationship Type="http://schemas.openxmlformats.org/officeDocument/2006/relationships/slide" Target="/ppt/slides/slide1.xml" Id="R1c27e75ba801483c" /><Relationship Type="http://schemas.openxmlformats.org/officeDocument/2006/relationships/slide" Target="/ppt/slides/slide2.xml" Id="R52512269070b4e98" /><Relationship Type="http://schemas.openxmlformats.org/officeDocument/2006/relationships/slide" Target="/ppt/slides/slide3.xml" Id="Rb64d4485438f402c" /><Relationship Type="http://schemas.openxmlformats.org/officeDocument/2006/relationships/slide" Target="/ppt/slides/slide4.xml" Id="R91099af0312e4eeb" /><Relationship Type="http://schemas.openxmlformats.org/officeDocument/2006/relationships/slide" Target="/ppt/slides/slide5.xml" Id="R3f9b82db378c4d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5f130f288e44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4be343ac3a4cf7" /><Relationship Type="http://schemas.openxmlformats.org/officeDocument/2006/relationships/notesMaster" Target="/ppt/notesMasters/notesMaster1.xml" Id="R9d091289a51846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8e310883c64470" /><Relationship Type="http://schemas.openxmlformats.org/officeDocument/2006/relationships/notesMaster" Target="/ppt/notesMasters/notesMaster1.xml" Id="Rc6d6323faebb4a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0c41d01eff4271" /><Relationship Type="http://schemas.openxmlformats.org/officeDocument/2006/relationships/notesMaster" Target="/ppt/notesMasters/notesMaster1.xml" Id="Re02e00619a7a46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3f1a6b72fa4593" /><Relationship Type="http://schemas.openxmlformats.org/officeDocument/2006/relationships/notesMaster" Target="/ppt/notesMasters/notesMaster1.xml" Id="R9af15e55f7ea40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91f3d461ee4765" /><Relationship Type="http://schemas.openxmlformats.org/officeDocument/2006/relationships/notesMaster" Target="/ppt/notesMasters/notesMaster1.xml" Id="R38504aa8405e41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Você chegou até aqui com uma pergunta, algumas tentativas e pelo menos um resultado para avaliar. Agora, a questão é o que merece continuar. Não precisa abrir mais ferramentas nem aumentar a dificuldade só porque terminou o módulo. Vamos escolher uma tarefa que já acontece na sua vida e criar um jeito simples de praticar com 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Câmera. Retome brevemente as entregas das aulas anteriores.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06 – It’s a Skill, Not a Pill, 7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O Jeremy usa a expressão “uma habilidade, não uma pílula” para lembrar que acesso à ferramenta não produz domínio instantâneo. Você aprende ao tentar, avaliar e ajustar. Para este exercício, vamos reservar até dez minutos durante cinco dias. Esse prazo é um teste de rotina, não uma promessa de formar um hábito completo em cinco dias.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Slide. A expressão atribuída pode ser dita na fala sem virar slogan na tela.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06 – It’s a Skill, Not a Pill, 7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Seu fluxo pode caber em poucas linhas. Escreva qual é a tarefa e que contexto precisa fornecer. Guarde o pedido que funcionou e registre uma forma de revisar a resposta. Por fim, defina como vai aprovar o resultado. Planejar o dia, por exemplo, exige conferir se as tarefas cabem no tempo e se a IA não acrescentou compromissos que você não 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Slide. Incentive o aluno a reaproveitar o projeto pessoal.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06 – It’s a Skill, Not a Pill, 7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No primeiro dia, teste a tarefa escolhida. No segundo, melhore o contexto. No terceiro, observe como você dá feedback. No quarto, repita o fluxo e veja se ele continua funcionando. No quinto, faça um balanço. Valeu a pena? Melhorou o resultado? Exigiu revisão demais? Se não ajudou, você pode simplificar, escolher outra tarefa ou deixar esse uso de 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Slide. A atividade continua depois do módulo, com até dez minutos por 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06 – It’s a Skill, Not a Pill, 7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Para concluir, reúna o seu fluxo e um exemplo do resultado. Explique o que mudou depois da sua revisão e o que você precisou conferir. É isso que mostra o aprendizado: perceber uma oportunidade, orientar a conversa e julgar a resposta. Escolha agora em que momento vai fazer o primeiro teste de dez minutos. O próximo passo já pode caber no seu 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 final. Convite para entregar o fluxo e iniciar o teste de cinco dias.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06 – It’s a Skill, Not a Pill, 7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01d25cb734f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ccce5672504863" /><Relationship Type="http://schemas.openxmlformats.org/officeDocument/2006/relationships/slideLayout" Target="/ppt/slideLayouts/slideLayout1.xml" Id="Rd4aff059caa840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aff059caa840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86a785c8a4af2" /><Relationship Type="http://schemas.openxmlformats.org/officeDocument/2006/relationships/notesSlide" Target="/ppt/notesSlides/notesSlide1.xml" Id="R01f91ba9cc244a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d9e635aeb4e0d" /><Relationship Type="http://schemas.openxmlformats.org/officeDocument/2006/relationships/notesSlide" Target="/ppt/notesSlides/notesSlide2.xml" Id="Rad61cd39f5ea4f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4789806d54300" /><Relationship Type="http://schemas.openxmlformats.org/officeDocument/2006/relationships/notesSlide" Target="/ppt/notesSlides/notesSlide3.xml" Id="R3fbf8e204f224b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3a052324b43ed" /><Relationship Type="http://schemas.openxmlformats.org/officeDocument/2006/relationships/notesSlide" Target="/ppt/notesSlides/notesSlide4.xml" Id="R49b5b21e2ef14d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eb0a5f0834de0" /><Relationship Type="http://schemas.openxmlformats.org/officeDocument/2006/relationships/notesSlide" Target="/ppt/notesSlides/notesSlide5.xml" Id="Rf044d88362db4c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3DEC7-B21C-476E-8118-202E668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6D19C-B176-45DF-9BE2-43C34776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1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A011B-440C-407B-BB65-FE47D7C6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7334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prática</a:t>
            </a:r>
          </a:p>
          <a:p xmlns:a="http://schemas.openxmlformats.org/drawingml/2006/main">
            <a:pPr>
              <a:defRPr sz="51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que cabe na rotina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17B5B-1CAB-42CF-9854-7333D8B4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647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Repetir com atenção ajuda a perceber o que funciona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F6F67-43E6-4F01-B734-5585FCEE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875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3875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8249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24721-6B90-4885-A30F-50C2B3C9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BD14C-B044-4BA1-9621-56514140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EA89F-F0D3-4CDA-B73E-D2BDA0F2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habilidade em construção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A859B-FEE6-4DED-AA94-871DF78B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Uma tarefa recorrente.</a:t>
            </a:r>
          </a:p>
          <a:p xmlns:a="http://schemas.openxmlformats.org/drawingml/2006/main">
            <a:pPr>
              <a:defRPr sz="46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Até dez minutos.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D6252-7362-4763-AD12-946D0D4C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Repetição com avaliação, numa frequência que caiba na sua vida.</a:t>
            </a:r>
          </a:p>
        </p:txBody>
      </p:sp>
    </p:spTree>
    <p:extLst>
      <p:ext uri="{BB962C8B-B14F-4D97-AF65-F5344CB8AC3E}">
        <p14:creationId xmlns:p14="http://schemas.microsoft.com/office/powerpoint/2010/main" val="1023628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0B515-9539-4624-893F-CDF76312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E326A-6058-4E74-B923-77EBBD76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E4321-3923-41A6-8F8A-B03E7174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Seu fluxo pessoal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A3A64-DA73-4159-9212-8C4A9FA4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79A20-8565-430D-A637-70BA5632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Tarefa e contexto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2CD62-523C-405E-B830-37AAEFB5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O que você quer fazer e o que a IA precisa saber.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C535D-7EE0-4B7D-A475-8747035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147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5B9CA-20A9-4AB1-AEAD-85BD9694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14725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Pedido e revisão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DBE5A-97FD-4972-B01D-C27AB863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71925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O pedido inicial e o feedback para corrigir a resposta.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8CC7D-A850-4EE7-9E10-E16B37C4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F37CB-32EB-436C-9C0C-6FA99989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Critério de aprovação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13436-47A1-4344-9A78-770757B2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959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Como você verifica se o resultado pode ser usado.</a:t>
            </a:r>
          </a:p>
        </p:txBody>
      </p:sp>
    </p:spTree>
    <p:extLst>
      <p:ext uri="{BB962C8B-B14F-4D97-AF65-F5344CB8AC3E}">
        <p14:creationId xmlns:p14="http://schemas.microsoft.com/office/powerpoint/2010/main" val="1025900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2B190-DA17-44CA-84F4-FE76E19C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7E18A-02EE-4D69-91E9-DD4BB989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4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554A2-B192-45ED-8CCE-3A60085D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 teste de cinco dias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C42DA-4CB2-4755-8FDA-E09853AC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857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F03E8-9AA7-4648-A700-510A9B6A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Escolher a tarefa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D2B67-75DC-4C47-9460-854E67AB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43150"/>
            <a:ext cx="1857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FD777-E005-4BD7-B722-288E674C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781425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Ajustar o 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CC571-CDE7-4243-953D-F22BDC8C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43150"/>
            <a:ext cx="1857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EBB3D-39D2-487F-8A35-7AD43803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81425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Revisar a resposta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09D78-266A-4206-8AE6-C9A518DF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43150"/>
            <a:ext cx="1857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3DEF9-2B2A-4356-8444-7DD38440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81425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Repetir o fluxo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BF855-A857-4361-B7A7-70F23AD8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43150"/>
            <a:ext cx="1857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1EF26-CBA7-488B-95B0-608992B1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81425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Decidir o que manter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DF1B4-494D-4855-BCD4-A26EF70B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A cada dia: o que ajudou, o que precisou de correção e quanto esforço exigiu?</a:t>
            </a:r>
          </a:p>
        </p:txBody>
      </p:sp>
    </p:spTree>
    <p:extLst>
      <p:ext uri="{BB962C8B-B14F-4D97-AF65-F5344CB8AC3E}">
        <p14:creationId xmlns:p14="http://schemas.microsoft.com/office/powerpoint/2010/main" val="9964813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B5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AB844-849A-43D0-9DD6-BC49B2D8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43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34B"/>
                </a:solidFill>
                <a:latin typeface="Arial"/>
                <a:ea typeface="Arial"/>
                <a:cs typeface="Arial"/>
              </a:rPr>
              <a:t>EMADA ACADEMY     /     AULA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1BC4F-5A56-4CDA-85C1-E583143A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43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34B"/>
                </a:solidFill>
                <a:latin typeface="Arial"/>
                <a:ea typeface="Arial"/>
                <a:cs typeface="Arial"/>
              </a:rPr>
              <a:t>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C583E-7398-4200-AFB3-2C3E3F5A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 que você leva deste módulo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7FA7F-129A-46ED-A78F-C7E2CD2D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Um fluxo seu.</a:t>
            </a:r>
          </a:p>
          <a:p xmlns:a="http://schemas.openxmlformats.org/drawingml/2006/main">
            <a:pPr>
              <a:defRPr sz="4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Um resultado que você sabe avaliar.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3FF4A-1FF5-4EDE-8FF1-0767E125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143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1434B"/>
                </a:solidFill>
                <a:latin typeface="Arial"/>
                <a:ea typeface="Arial"/>
                <a:cs typeface="Arial"/>
              </a:rPr>
              <a:t>Entrega: tarefa, contexto, pedido, revisão e critério de aprovação.</a:t>
            </a:r>
          </a:p>
        </p:txBody>
      </p:sp>
    </p:spTree>
    <p:extLst>
      <p:ext uri="{BB962C8B-B14F-4D97-AF65-F5344CB8AC3E}">
        <p14:creationId xmlns:p14="http://schemas.microsoft.com/office/powerpoint/2010/main" val="1272433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2026-09-10T17:36:43.0910000Z</dcterms:created>
  <dcterms:modified xsi:type="dcterms:W3CDTF">2026-09-10T17:36:43.0910000Z</dcterms:modified>
</coreProperties>
</file>