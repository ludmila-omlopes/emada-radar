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9f3655687440c" /><Relationship Type="http://schemas.openxmlformats.org/officeDocument/2006/relationships/extended-properties" Target="/docProps/app.xml" Id="Rd5940c24abfa4d35" /><Relationship Type="http://schemas.openxmlformats.org/officeDocument/2006/relationships/officeDocument" Target="/ppt/presentation.xml" Id="Re3163f3d266145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147d1d9e574ecf"/>
  </p:sldMasterIdLst>
  <p:notesMasterIdLst>
    <p:notesMasterId xmlns:r="http://schemas.openxmlformats.org/officeDocument/2006/relationships" r:id="R959c2979c9164af1"/>
  </p:notesMasterIdLst>
  <p:sldIdLst>
    <p:sldId xmlns:r="http://schemas.openxmlformats.org/officeDocument/2006/relationships" id="256" r:id="R615af8dbfa754047"/>
    <p:sldId xmlns:r="http://schemas.openxmlformats.org/officeDocument/2006/relationships" id="257" r:id="R91538e5afbb94328"/>
    <p:sldId xmlns:r="http://schemas.openxmlformats.org/officeDocument/2006/relationships" id="258" r:id="R5207f750a56d4ddd"/>
    <p:sldId xmlns:r="http://schemas.openxmlformats.org/officeDocument/2006/relationships" id="259" r:id="R4516d05ac18b4842"/>
    <p:sldId xmlns:r="http://schemas.openxmlformats.org/officeDocument/2006/relationships" id="260" r:id="R9a844fb6ec1d472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b26f95a069465b" /><Relationship Type="http://schemas.openxmlformats.org/officeDocument/2006/relationships/slideMaster" Target="/ppt/slideMasters/slideMaster1.xml" Id="Ref147d1d9e574ecf" /><Relationship Type="http://schemas.openxmlformats.org/officeDocument/2006/relationships/notesMaster" Target="/ppt/notesMasters/notesMaster1.xml" Id="R959c2979c9164af1" /><Relationship Type="http://schemas.openxmlformats.org/officeDocument/2006/relationships/presProps" Target="/ppt/presProps.xml" Id="Rcd2d4a2a5e204a1e" /><Relationship Type="http://schemas.openxmlformats.org/officeDocument/2006/relationships/tableStyles" Target="/ppt/tableStyles.xml" Id="R38118a33396a4d76" /><Relationship Type="http://schemas.openxmlformats.org/officeDocument/2006/relationships/slide" Target="/ppt/slides/slide1.xml" Id="R615af8dbfa754047" /><Relationship Type="http://schemas.openxmlformats.org/officeDocument/2006/relationships/slide" Target="/ppt/slides/slide2.xml" Id="R91538e5afbb94328" /><Relationship Type="http://schemas.openxmlformats.org/officeDocument/2006/relationships/slide" Target="/ppt/slides/slide3.xml" Id="R5207f750a56d4ddd" /><Relationship Type="http://schemas.openxmlformats.org/officeDocument/2006/relationships/slide" Target="/ppt/slides/slide4.xml" Id="R4516d05ac18b4842" /><Relationship Type="http://schemas.openxmlformats.org/officeDocument/2006/relationships/slide" Target="/ppt/slides/slide5.xml" Id="R9a844fb6ec1d472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54ed95032f4c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f140fc82354cab" /><Relationship Type="http://schemas.openxmlformats.org/officeDocument/2006/relationships/notesMaster" Target="/ppt/notesMasters/notesMaster1.xml" Id="R35f53104f4c24e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e4d2ef3ee0465c" /><Relationship Type="http://schemas.openxmlformats.org/officeDocument/2006/relationships/notesMaster" Target="/ppt/notesMasters/notesMaster1.xml" Id="R775d617affb34a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cb594ccbde4545" /><Relationship Type="http://schemas.openxmlformats.org/officeDocument/2006/relationships/notesMaster" Target="/ppt/notesMasters/notesMaster1.xml" Id="R3c3b850b9e0a4e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940c43226b4848" /><Relationship Type="http://schemas.openxmlformats.org/officeDocument/2006/relationships/notesMaster" Target="/ppt/notesMasters/notesMaster1.xml" Id="R531ea41494d447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d157ca0f734925" /><Relationship Type="http://schemas.openxmlformats.org/officeDocument/2006/relationships/notesMaster" Target="/ppt/notesMasters/notesMaster1.xml" Id="R94a6efbec8da4b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Até aqui, você explorou possibilidades. Agora vai acompanhar uma ideia até uma versão utilizável. Um projeto pessoal não precisa ser grande: precisa ter um resultado reconhecível e espaço para você exercer seu julgamento.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Pense em um roteiro curto, uma lista de ajustes de edição ou uma descrição de produto. ‘Pessoal’ aqui significa escolhido e conduzido por você, inclusive no trabalho. Uma entrega concreta ajuda a perceber quando está avançando e quando apenas continua conversando sem chegar a uma versão utilizável.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Você vai guardar um trecho da primeira resposta, pedir uma alteração e comparar as versões. O que interessa é a transformação. Se a segunda versão ficar pior, isso também merece registro: qual orientação foi mal interpretada? O que você manteria da primeira? Seu olhar é parte da construção.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Gerar o rascunho é uma etapa do projeto, não a conclusão automática dele.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Um roteiro que dá para testar na edição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Nina edita vídeos para uma papelaria fictícia. Ela tem três tomadas descritas no briefing: capa do caderno, mão abrindo as páginas e produto em pé na mesa.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projeto é um roteiro de até 30 segundos, sem locução, usando apenas essas tomadas e textos curtos na tela.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entrega desta aula é o plano em texto, não um vídeo pronto. Nina pode conferir a sequência, os textos e o uso do material disponível. Depois, testa ritmo e legibilidade no programa de edição.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objeto existirá quando seu projeto terminar?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Tente nomeá-lo sem usar ‘melhorar’ ou ‘organizar’ sozinhos: ‘um roteiro de 30 segundos’, ‘uma lista de cinco ajustes’ ou ‘uma descrição de duas frases’. Se a saída ainda parecer enorme, reduza uma dimensão.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Pequeno não é pouco. Pequeno é algo que você pode terminar, examinar e aprender a melhorar.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Projetos ficam mais manejáveis quando você limita quantidade, duração e formato. Não é preciso resolver todas as versões de um problema. Escolha uma parte que permita ver um resultado hoje, sem depender de uma longa investigação.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‘Cuidar do conteúdo de uma loja’ reúne posicionamento, produção, atendimento e muitas decisões. Para este exercício, transforme isso em ‘rascunhar um roteiro de até 30 segundos’. O objetivo é apresentar um produto com informações fornecidas, sem prometer vendas ou desempenho futuro.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Defina também o que fica de fora. Neste primeiro teste, peça apenas a sequência de cenas e o texto na tela. Não inclua novas gravações, animações complexas ou um calendário de campanha. Essas fronteiras ajudam você e o modelo a manterem o trabalho dentro do que conseguem avaliar.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borda explica tanto o que será produzido quanto o que não será resolvido neste teste.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Outro recorte possível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Uma empreendedora quer melhorar todo o atendimento de uma loja fictícia.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Ela começa por: ‘Rascunhe uma resposta de até três frases para perguntar qual produto a pessoa procura. Não informe estoque nem prazo.’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Quantidade, objetivo e limites tornam a resposta verificável. A empreendedora pode avaliar a clareza e o tom sem mudar sua operação inteira ou prometer condições que ainda precisa confirmar.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Seu projeto está crescendo durante a conversa. Como voltar ao recorte?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Diga o que quer manter e o que quer excluir: ‘Volte ao roteiro de até 30 segundos com as três tomadas fornecidas. Não inclua locução, nova gravação ou campanha mensal.’ Depois confira se a resposta respeita essa borda.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Definir o que fica de fora abre espaço para fazer bem o que ficou dentro.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Um bom contexto não é o maior contexto. É o conjunto de informações que muda a resposta. Objetivo, condições e formato costumam orientar mais do que uma longa história sem relação direta com a entrega.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Para o roteiro, importam o público, a duração e as tomadas disponíveis. O nome completo ou telefone do cliente não ajuda nesse teste. Descreva as cenas em texto: este chat não assiste aos arquivos de vídeo. Faça essa distinção antes de enviar e use um briefing fictício nas práticas.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faltar algo essencial, convide a IA a perguntar. Isso reduz a tentação de preencher todas as lacunas com suposições. Mas mantenha o controle: nem toda pergunta do modelo será necessária. Você pode informar que um dado é irrelevante, recusar compartilhá-lo ou escolher uma premissa fictícia.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Essas peças são um apoio para pensar. Não é obrigatório usar rótulos ou preencher uma fórmula em toda mensagem.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O detalhe que realmente muda a proposta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modelo sugere uma fala para a câmera, mas o briefing só oferece imagens do produto.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‘Neste exemplo, não temos pessoa falando nem locução. Refaça usando as três tomadas e textos curtos na tela. Indique a duração de cada trecho.’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material disponível muda o que é viável. Acrescentar detalhes pessoais do cliente não resolveria a falta de uma tomada. Mesmo as durações propostas precisam ser testadas para verificar ritmo e legibilidade.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Quero um roteiro de até 30 segundos para uma papelaria fictícia apresentar um caderno de capa lisa e 80 folhas sem pauta a quem gosta de desenhar. Não haverá locução. Antes de propor, pergunte quais tomadas estão disponíveis. Depois, indique sequência, duração e textos curtos na tela. Não invente características, ofertas ou novas gravações.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Qual informação você está prestes a enviar que não mudaria a resposta?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Pode ser um nome, um endereço ou uma história longa. Substitua por algo genérico quando possível. Em seguida, veja se ficou faltando uma condição decisiva, como tempo, material ou público.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Contexto útil ilumina a tarefa. Não precisa iluminar sua vida inteira.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primeira resposta dá a você algo para reagir. Em vez de pedir apenas ‘melhore’, mostre o desencontro: o que está longo, inviável, confuso ou fora do tom? Uma observação concreta abre caminho para uma revisão concreta.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Um feedback útil pode reunir três partes: o que preservar, o que mudar e por quê. ‘Mantenha a abertura na capa do caderno, retire a locução e limite cada texto na tela a seis palavras.’ Assim você evita perder uma parte boa enquanto corrige uma condição de produção que foi ignorada.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Peça uma mudança importante por vez quando isso facilitar a comparação. Se alterar objetivo, público e formato juntos, ficará difícil saber o que ajudou. Ao receber a revisão, procure o problema original e observe se surgiram novos. A segunda versão não merece aprovação só por ser a segunda.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explicação da IA sobre o que mudou é uma pista para revisar, não uma prova de que tudo foi corrigido.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‘Mais simples’ fica concreto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primeira versão tem textos longos e sugere uma animação que não cabe no prazo.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‘Mantenha a abertura com a capa. Use cortes simples e no máximo seis palavras por texto na tela. Preserve o limite total de 30 segundos.’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Agora ‘simples’ tem um significado observável. Nina pode contar palavras, somar os tempos e testar a montagem. Ainda precisa decidir se o público consegue ler cada trecho com conforto.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PEDIDO PARA ADAPTAR: Mantenha o que atende ao objetivo, mas revise esta parte: [descreva o problema]. Minha condição é: [limite concreto]. Mostre a nova versão e diga brevemente o que mudou. Não acrescente informações que eu não forneci.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Como tornar ‘não gostei do texto’ mais útil?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Nomeie o que incomoda: ‘A abertura está formal demais para o público do meu canal. Mantenha o assunto, troque expressões cerimoniosas por linguagem cotidiana e não prometa resultados.’ É uma direção concreta para revisar.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Dar feedback é transformar sua percepção em uma orientação que pode ser testada.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Chegou a hora de escolher o que vai sair da conversa. Talvez seja a segunda versão completa. Talvez seja apenas um trecho que você vai adaptar. Utilidade não exige aceitar tudo o que foi gerado.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Compare a entrega com suas condições iniciais. Se era uma mensagem ao cliente, releia como destinatário. Se era um roteiro, confira duração e material disponível. Se era uma descrição, compare com a ficha do produto. A avaliação depende da tarefa, não apenas da qualidade da escrita.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Guarde uma pequena memória do processo: pedido, trecho inicial, feedback e resultado. Escreva também o que você conferiu e o que ainda não testou. Esse registro evita que uma impressão vaga de sucesso esconda limites — e dá a você um ponto de partida melhor na próxima tentativa.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 uma condição essencial falhou, registre a pendência. Não é necessário declarar o projeto um sucesso para aprender com ele.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EXEMPLO FICTÍCIO: Aprovação com limite claro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Nina termina com um roteiro revisado, mas ainda não montou o vídeo no editor.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‘A sequência usa só as três tomadas e soma 30 segundos. Retirei a locução e uma oferta inventada. Ainda preciso testar ritmo e leitura dos textos.’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Essa avaliação é mais precisa do que ‘o vídeo está pronto’. Ela separa o que foi conferido no plano do que depende da montagem e da aprovação do cliente, sem atribuir ao chat uma edição que ele não fez.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REFLEXÃO: O que você pode afirmar sobre seu resultado sem exagerar?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Tente separar duas frases: ‘Eu já conferi…’ e ‘Ainda preciso verificar…’. Mesmo uma entrega promissora pode ter condições pendentes. Nomeá-las ajuda você a usar o resultado com mais autonomia.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IDEIA PRINCIPAL: Você não está colecionando respostas. Está construindo uma forma própria de trabalhar com elas.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9c31520cc40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045abfa0e0440e" /><Relationship Type="http://schemas.openxmlformats.org/officeDocument/2006/relationships/slideLayout" Target="/ppt/slideLayouts/slideLayout1.xml" Id="R4396bcb252cf47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6bcb252cf47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47096524994775" /><Relationship Type="http://schemas.openxmlformats.org/officeDocument/2006/relationships/notesSlide" Target="/ppt/notesSlides/notesSlide1.xml" Id="R9a6f0e3cfe3a45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fa9cf279c4f81" /><Relationship Type="http://schemas.openxmlformats.org/officeDocument/2006/relationships/notesSlide" Target="/ppt/notesSlides/notesSlide2.xml" Id="R41ad43c2154846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45501db104ca2" /><Relationship Type="http://schemas.openxmlformats.org/officeDocument/2006/relationships/notesSlide" Target="/ppt/notesSlides/notesSlide3.xml" Id="Rb979f3b9f52844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0cf6b74d24ee6" /><Relationship Type="http://schemas.openxmlformats.org/officeDocument/2006/relationships/notesSlide" Target="/ppt/notesSlides/notesSlide4.xml" Id="R2c6e0d8491b545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fcdc000674d34" /><Relationship Type="http://schemas.openxmlformats.org/officeDocument/2006/relationships/notesSlide" Target="/ppt/notesSlides/notesSlide5.xml" Id="Rf4f50e0dfbe444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B81E8-BBD7-43F7-A462-98805B01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primeiro projeto pessoal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C2724-339E-4331-806F-FC9ED407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Até aqui, você explorou possibilidades. Agora vai acompanhar uma ideia até uma versão utilizável. Um projeto pessoal não precisa ser grande: precisa ter um resultado reconhecível e espaço para você exercer seu julgamento.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C1001A-5F30-49DD-8496-DD08995D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Uma ideia ganha forma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14DB5-A53F-47F1-B3F5-B2F609C2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52786-D11F-41ED-9B66-DA8955CC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Intenção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2E7C9-8F27-4CE9-9E0B-FA3676C1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quero tornar mais fácil?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28BA0-2940-48E9-96AE-5FE64709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9538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82174-7E69-4D66-B419-775D44E2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22EAF2-8B26-4861-9559-2E136D9F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Rascunho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BBFF57-99E4-4683-9937-0677F1A4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primeira proposta para examinar.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91BA3-77C2-4CD5-9829-6B5864AA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88C139-D69F-4CBA-8473-A9F50429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45282-45AF-4694-B62D-85069A4D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AFB5B-8517-483E-8886-8D484B83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mudança guiada pelo meu critério.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C3FF5-0CC7-487F-BCCF-EC60EB9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813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774EE-32CD-4C29-B71C-51C8DCED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B8D6BA-6BF7-4B72-89B7-3D6350A2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Entrega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250955-0588-4A04-A9CC-49EFB4D8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Uma versão que eu consigo usar ou testar.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0B718-4E96-4BDB-B7BF-564F352D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Pequeno não é pouco. Pequeno é algo que você pode terminar, examinar e aprender a melhorar.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DAB26-4671-4986-A7B7-4D4C918C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1/5</a:t>
            </a:r>
          </a:p>
        </p:txBody>
      </p:sp>
    </p:spTree>
    <p:extLst>
      <p:ext uri="{BB962C8B-B14F-4D97-AF65-F5344CB8AC3E}">
        <p14:creationId xmlns:p14="http://schemas.microsoft.com/office/powerpoint/2010/main" val="1721111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1694D-AE3E-4BF9-ACA0-FB8134C7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Um projeto que cabe nesta aula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3E758-79FB-40B4-B256-F70A9C8E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Projetos ficam mais manejáveis quando você limita quantidade, duração e formato. Não é preciso resolver todas as versões de um problema. Escolha uma parte que permita ver um resultado hoje, sem depender de uma longa investigação.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E93C7-1731-484F-8BDD-854F110E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Recortar é desenhar uma borda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7D832-F40F-41FC-BDEE-BD24EC96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A4798-7AE6-4AFC-9AC9-1AEC4769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Tema amplo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B3D96-B621-404B-8689-FD19A652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Quero divulgar uma papelaria.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79E3C-259D-4DB0-8C62-CEAF3554D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D4EDC-2DB4-4237-AE05-E9022029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5CDBA-C148-41BF-8EA2-74CB8067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Entrega limitada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B39B78-C79F-498E-B261-432AD586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roteiro de até 30 segundos, com três tomadas.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97FC9E-087B-4835-9C8D-D83AEE02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39134-7A44-4758-9AF5-4045D70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EAB1-FD3A-4E7A-9243-3737107A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Fora do escopo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D9FC7C-C341-4B9C-974D-F35D0E7A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Sem novas gravações, locução ou campanha completa.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FA1EE-B51E-4C3A-9DDD-4F93E6D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Definir o que fica de fora abre espaço para fazer bem o que ficou dentro.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DA8FE-5F86-487A-8AD1-54ED4CE0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2/5</a:t>
            </a:r>
          </a:p>
        </p:txBody>
      </p:sp>
    </p:spTree>
    <p:extLst>
      <p:ext uri="{BB962C8B-B14F-4D97-AF65-F5344CB8AC3E}">
        <p14:creationId xmlns:p14="http://schemas.microsoft.com/office/powerpoint/2010/main" val="13558591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DC8CC4-C0B7-4D62-8D5C-9A1B1265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O contexto ajuda a orientar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5ABAA-3844-48B6-A8FF-05A1A23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Um bom contexto não é o maior contexto. É o conjunto de informações que muda a resposta. Objetivo, condições e formato costumam orientar mais do que uma longa história sem relação direta com a entrega.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244CE-4838-43B8-85FB-A44E212B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As peças de um pedido útil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8291FB-3089-4736-8BC2-E487F48B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F9898-C5DD-47B4-8853-C4B0002E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Objetivo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293A7-AEBC-4EBD-93DB-0AF81E0C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Apresentar um caderno em um vídeo curto.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089859-2E79-4841-AFDD-35CCB508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A783F-86F9-4417-AA5E-F5C4DEEC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Condições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B74C7-297A-4E84-828D-7BB3E77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3388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Até 30 segundos, três tomadas, sem locução.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49BDC-B475-4FA2-8F81-C96E3088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5009D9-CB3F-4765-AF0D-0DA7CDDF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Formato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A1E57C-ADA2-438A-95C1-F44D4D77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Sequência, duração e texto na tela.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A81DFE-0456-45DC-A11B-BAE54F85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143375"/>
            <a:ext cx="3176588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39D1A-83B2-4D67-B179-4AF8123A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4667250"/>
            <a:ext cx="3176588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Lacunas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11946-BD3B-4667-AAEF-4DD87C9E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6663" y="5619750"/>
            <a:ext cx="3176588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Pergunte quais tomadas estão disponíveis.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5DA21-8DB8-4734-BD42-A2A82009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Contexto útil ilumina a tarefa. Não precisa iluminar sua vida inteira.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0A6F4F-8F5B-4419-9ACE-BB2BF2B3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3/5</a:t>
            </a:r>
          </a:p>
        </p:txBody>
      </p:sp>
    </p:spTree>
    <p:extLst>
      <p:ext uri="{BB962C8B-B14F-4D97-AF65-F5344CB8AC3E}">
        <p14:creationId xmlns:p14="http://schemas.microsoft.com/office/powerpoint/2010/main" val="20136651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BC71E-FCEF-451F-9D7F-68F62F3D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A segunda versão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AE474-8372-4E6A-93FF-6B2B8601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primeira resposta dá a você algo para reagir. Em vez de pedir apenas ‘melhore’, mostre o desencontro: o que está longo, inviável, confuso ou fora do tom? Uma observação concreta abre caminho para uma revisão concreta.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42539-8958-450C-8D67-3EF40AA1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Da insatisfação ao feedback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1B0BC-69C8-471B-9B35-2AFA8AC4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2C3319-BF5D-4ACF-8ED5-704B9EE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Perceber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76ED3-69E6-4B60-A294-EF3F7941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Este trecho pede uma tomada que não existe.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196F7-ACDE-4BFC-BF3E-8DFC22D1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851E92-25B8-4AF3-8DF4-A6146E39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7C245-9D17-4E02-B6C8-835C544A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Orientar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04B936-94E4-4952-8101-2035F8CF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Use uma das três tomadas disponíveis.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AF7739-C442-4788-B3F0-9C4B8EB6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7C88F7-9AF8-4A86-A764-D0388E5E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0EC0E6-2656-4A9D-939A-0794AE26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Conferir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9201F-0494-4A66-B4CB-CD47535A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A sequência funciona e a duração foi ajustada?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4A635-FB8F-46B6-876E-F8DBC630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Dar feedback é transformar sua percepção em uma orientação que pode ser testada.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44C80-B343-4F11-91AA-69A07569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4/5</a:t>
            </a:r>
          </a:p>
        </p:txBody>
      </p:sp>
    </p:spTree>
    <p:extLst>
      <p:ext uri="{BB962C8B-B14F-4D97-AF65-F5344CB8AC3E}">
        <p14:creationId xmlns:p14="http://schemas.microsoft.com/office/powerpoint/2010/main" val="1690467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0F54BE-169A-4935-AB35-E18D8E6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"/>
            <a:ext cx="1381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3450" b="0">
                <a:solidFill>
                  <a:srgbClr val="F6F3F5"/>
                </a:solidFill>
                <a:latin typeface="Arial"/>
                <a:ea typeface="Arial"/>
                <a:cs typeface="Arial"/>
              </a:rPr>
              <a:t>Seu primeiro resultado útil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8C49C-A368-4658-B152-E9E1A5553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362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Chegou a hora de escolher o que vai sair da conversa. Talvez seja a segunda versão completa. Talvez seja apenas um trecho que você vai adaptar. Utilidade não exige aceitar tudo o que foi gerado.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DFCB2-225F-4BA8-AE32-20111FF9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381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Uma entrega com critério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17EB4-8255-47F2-94B4-337E4C5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751A3-E368-49A3-BFFB-2B55511C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Respeita o pedido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C6A0E-1903-4F1A-83A7-6AFB968F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Quantidade, formato e restrições foram mantidos?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623DD-BE9B-42AD-B972-852F111C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175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E0EFD-D366-4D1E-B540-D8809AC6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ADDBC4-BF38-448F-9A9C-AC271FC5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Foi conferida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A4959-6BAA-4685-9965-31095924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60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Fatos, cálculos e condições importantes foram revisados?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213924-9FB0-4CFD-A235-2BD93E52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600" y="4191000"/>
            <a:ext cx="2286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7B5D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76E76-F0B1-4FA5-8961-8BC0C2B2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143375"/>
            <a:ext cx="4368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E7B5D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7B5D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BF3A7-6037-45B6-BF36-703AC00A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4667250"/>
            <a:ext cx="4368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6F3F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6F3F5"/>
                </a:solidFill>
                <a:latin typeface="Arial"/>
                <a:ea typeface="Arial"/>
                <a:cs typeface="Arial"/>
              </a:rPr>
              <a:t>Pode ser usada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C1876-59A2-4E76-9AA6-3BF8B860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450" y="5619750"/>
            <a:ext cx="4368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D6CFD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6CFD4"/>
                </a:solidFill>
                <a:latin typeface="Arial"/>
                <a:ea typeface="Arial"/>
                <a:cs typeface="Arial"/>
              </a:rPr>
              <a:t>O que aprovo e o que ainda precisa de um teste real?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D9FAB-B137-4094-AAE1-84E69152B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239000"/>
            <a:ext cx="1381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BFCEB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FCEB8"/>
                </a:solidFill>
                <a:latin typeface="Arial"/>
                <a:ea typeface="Arial"/>
                <a:cs typeface="Arial"/>
              </a:rPr>
              <a:t>Você não está colecionando respostas. Está construindo uma forma própria de trabalhar com elas.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DC1E1-74CB-48F5-B7AF-5167E699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15300"/>
            <a:ext cx="1381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B0ABB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0ABB0"/>
                </a:solidFill>
                <a:latin typeface="Arial"/>
                <a:ea typeface="Arial"/>
                <a:cs typeface="Arial"/>
              </a:rPr>
              <a:t>Emada Academy · Fundamentos · Aula 3 · 5/5</a:t>
            </a:r>
          </a:p>
        </p:txBody>
      </p:sp>
    </p:spTree>
    <p:extLst>
      <p:ext uri="{BB962C8B-B14F-4D97-AF65-F5344CB8AC3E}">
        <p14:creationId xmlns:p14="http://schemas.microsoft.com/office/powerpoint/2010/main" val="961598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2026-09-14T20:55:06.9360000Z</dcterms:created>
  <dcterms:modified xsi:type="dcterms:W3CDTF">2026-09-14T20:55:06.9360000Z</dcterms:modified>
</coreProperties>
</file>