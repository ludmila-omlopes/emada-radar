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29fb3f4bda45b9" /><Relationship Type="http://schemas.openxmlformats.org/officeDocument/2006/relationships/extended-properties" Target="/docProps/app.xml" Id="R7472476d6db24920" /><Relationship Type="http://schemas.openxmlformats.org/officeDocument/2006/relationships/officeDocument" Target="/ppt/presentation.xml" Id="R4396c08a6f244d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e91237e77d4d26"/>
  </p:sldMasterIdLst>
  <p:notesMasterIdLst>
    <p:notesMasterId xmlns:r="http://schemas.openxmlformats.org/officeDocument/2006/relationships" r:id="R1df3a7d843f945b5"/>
  </p:notesMasterIdLst>
  <p:sldIdLst>
    <p:sldId xmlns:r="http://schemas.openxmlformats.org/officeDocument/2006/relationships" id="256" r:id="Rba75f8f1b6a448e1"/>
    <p:sldId xmlns:r="http://schemas.openxmlformats.org/officeDocument/2006/relationships" id="257" r:id="R51f114ccb3e443c1"/>
    <p:sldId xmlns:r="http://schemas.openxmlformats.org/officeDocument/2006/relationships" id="258" r:id="R0ea11b0f2fec4afd"/>
    <p:sldId xmlns:r="http://schemas.openxmlformats.org/officeDocument/2006/relationships" id="259" r:id="Rc787f2e891434cfe"/>
    <p:sldId xmlns:r="http://schemas.openxmlformats.org/officeDocument/2006/relationships" id="260" r:id="Rc7fae69ca9ba4b4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a87d13843b47c2" /><Relationship Type="http://schemas.openxmlformats.org/officeDocument/2006/relationships/slideMaster" Target="/ppt/slideMasters/slideMaster1.xml" Id="Rf2e91237e77d4d26" /><Relationship Type="http://schemas.openxmlformats.org/officeDocument/2006/relationships/notesMaster" Target="/ppt/notesMasters/notesMaster1.xml" Id="R1df3a7d843f945b5" /><Relationship Type="http://schemas.openxmlformats.org/officeDocument/2006/relationships/presProps" Target="/ppt/presProps.xml" Id="Rca304a56bf15458a" /><Relationship Type="http://schemas.openxmlformats.org/officeDocument/2006/relationships/tableStyles" Target="/ppt/tableStyles.xml" Id="R7a37b280c111421e" /><Relationship Type="http://schemas.openxmlformats.org/officeDocument/2006/relationships/slide" Target="/ppt/slides/slide1.xml" Id="Rba75f8f1b6a448e1" /><Relationship Type="http://schemas.openxmlformats.org/officeDocument/2006/relationships/slide" Target="/ppt/slides/slide2.xml" Id="R51f114ccb3e443c1" /><Relationship Type="http://schemas.openxmlformats.org/officeDocument/2006/relationships/slide" Target="/ppt/slides/slide3.xml" Id="R0ea11b0f2fec4afd" /><Relationship Type="http://schemas.openxmlformats.org/officeDocument/2006/relationships/slide" Target="/ppt/slides/slide4.xml" Id="Rc787f2e891434cfe" /><Relationship Type="http://schemas.openxmlformats.org/officeDocument/2006/relationships/slide" Target="/ppt/slides/slide5.xml" Id="Rc7fae69ca9ba4b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ae30e1cc4147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1056a38e0a4941" /><Relationship Type="http://schemas.openxmlformats.org/officeDocument/2006/relationships/notesMaster" Target="/ppt/notesMasters/notesMaster1.xml" Id="R837a777ea8154e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eb00bddc134cb8" /><Relationship Type="http://schemas.openxmlformats.org/officeDocument/2006/relationships/notesMaster" Target="/ppt/notesMasters/notesMaster1.xml" Id="R3de0eb76e1004e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9bd043d1d24122" /><Relationship Type="http://schemas.openxmlformats.org/officeDocument/2006/relationships/notesMaster" Target="/ppt/notesMasters/notesMaster1.xml" Id="Rd2e31f9f215d48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ebb28c450f4884" /><Relationship Type="http://schemas.openxmlformats.org/officeDocument/2006/relationships/notesMaster" Target="/ppt/notesMasters/notesMaster1.xml" Id="R995e5d399fe348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b43956ee3e4a35" /><Relationship Type="http://schemas.openxmlformats.org/officeDocument/2006/relationships/notesMaster" Target="/ppt/notesMasters/notesMaster1.xml" Id="Rec702399f9bf4a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Aprender algo novo pode trazer curiosidade e desconforto ao mesmo tempo. Você pode querer experimentar e ainda não saber como começar. Não precisa esconder essa mistura nem esperar que ela desapareça para dar um passo pequeno.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Demonstrações prontas costumam esconder o caminho: pedidos refeitos, respostas descartadas e condições que não funcionaram. Comparar seu começo com o resultado editado de outra pessoa oferece uma régua injusta. Seu objetivo aqui é observar uma tentativa sua, não reproduzir uma performance.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Ao mesmo tempo, nem toda resistência é insegurança. Falta de tempo, acesso limitado, desinteresse e preocupações com privacidade são razões reais. O primeiro trabalho desta aula é nomear a barreira sem transformar uma preferência ou um cuidado legítimo em defeito pessoal.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Você não precisa abandonar seus limites para explorar uma possibilidade.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Um começo sem apresentação pública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Uma pessoa quer testar escrita com IA, mas não deseja mostrar suas tentativas para colegas.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Ela cria um convite fictício e compara duas versões sozinha, sem enviar o texto a ninguém.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experimento permite aprender sobre tom e revisão. Não há obrigação de publicar o resultado ou contar uma história de transformação para que o aprendizado seja válido.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O que precisaria mudar para um teste parecer possível, e não obrigatório?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Talvez bastem cinco minutos, um exemplo inventado ou a possibilidade de parar. Nomeie uma condição concreta. Se nenhuma versão parecer útil agora, você pode registrar esse limite e voltar quando houver motivo.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Você pode aprender sem transformar o aprendizado em uma demonstração para os outros.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Antes de tentar superar uma barreira, descubra qual é ela. Soluções diferentes respondem a problemas diferentes. Um tutorial não cria tempo livre; entusiasmo não resolve uma preocupação com dados; um pedido pronto não garante interesse.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Descreva a dificuldade em uma frase observável. Em vez de ‘não sou bom com tecnologia’, tente ‘não sei por onde começar uma mensagem’. Em vez de ‘isso não é para mim’, talvez seja mais preciso ‘não encontrei uma tarefa que valha a revisão’. Você não precisa se encaixar nesses exemplos; procure a descrição que faz sentido.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Depois, escolha uma adaptação proporcional. Falta de tempo pode pedir uma tarefa de cinco minutos. Privacidade pode pedir dados fictícios. Falta de acesso a voz pode ser contornada por escrita. Algumas barreiras não se resolvem dentro da aula, e reconhecê-las é melhor do que prometer uma solução simples para tudo.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São possibilidades de adaptação, não um diagnóstico sobre você nem uma lista completa de barreiras.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Resolver o problema certo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pessoa diz que não quer colar mensagens reais no chat.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exercício vira: inventar três recados e pedir uma organização por assunto.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adaptação respeita a preocupação, em vez de tentar convencê-la a compartilhar. O resultado ensina sobre a tarefa de classificação sem exigir exposição desnecessária.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Qual é a menor mudança que responderia à sua barreira específica?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não souber começar, use o pedido de exemplo. Se o problema for falta de tempo, reduza a entrega. Se envolver privacidade ou consequência importante, não envie os dados: trabalhe com um cenário inventado ou escolha outra tarefa.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Nomear bem a barreira permite fazer um convite mais respeitoso a si mesmo.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Confiança útil não é acreditar que a IA sempre acerta. É saber o que você consegue pedir, o que precisa conferir e quando prefere não usar. Ela pode crescer em uma tarefa e continuar pequena em outra — e isso faz sentido.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Você pode se sentir à vontade para gerar títulos e continuar cauteloso diante de cálculos. São tarefas diferentes, com erros e consequências diferentes. Não existe obrigação de transferir a confiança conquistada em uma para todas as demais. Experiência deve refinar seu julgamento, não desligá-lo.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 caminho possível é testar, observar e ajustar o tamanho da próxima tentativa. Se o resultado foi confuso, reduza o escopo. Se foi útil, repita em uma situação parecida antes de aumentar a complexidade. Não há uma sequência emocional obrigatória nem um prazo para se sentir confortável.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ciclo não precisa levar a usos cada vez maiores. Pode levar a limites mais bem definidos.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Confiança específica, não irrestrita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Depois de alguns testes, uma pessoa gosta de usar IA para variações de convites, mas não para confirmar informações de eventos.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Ela usa o chat para rascunhar e consulta o organizador para conferir data, local e regras.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Essa divisão é um sinal de discernimento. O resultado não é ‘confio na IA’ ou ‘não confio’; é saber em qual parte do trabalho a ajuda foi útil e qual parte exige outra fonte.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Em qual tarefa você já consegue avaliar melhor uma resposta?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Talvez reconheça com facilidade se uma mensagem soa natural, mas ainda não saiba conferir um assunto técnico. Comece onde tem critérios e busque apoio apropriado quando faltar conhecimento para avaliar.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Aprender também é ficar mais preciso sobre onde confiar, onde conferir e onde não usar.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Desenhe um experimento que não precise virar publicação, entrega para alguém ou prova de competência. Você pode usar personagens fictícios e guardar apenas uma observação. Um espaço de teste permite errar sem transformar cada rascunho em compromisso.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começar, escreva uma expectativa: ‘acho que a mensagem ficará genérica’ ou ‘talvez eu não saiba o que responder’. Depois do teste, compare com o que aconteceu. A expectativa pode se confirmar parcialmente. Não force uma história positiva: procure uma descrição honesta.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Sem plateia não significa confidencialidade absoluta da ferramenta. O chat da Academy envia as mensagens ao provedor e mantém o histórico na sua conta. Por isso, continue usando situações fictícias, sem senhas, documentos ou detalhes privados. A liberdade para testar não depende de compartilhar sua intimidade.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Registre a diferença entre previsão e experiência, sem usar o resultado para se julgar.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Um resultado misto também ensina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Expectativa: ‘Vou receber uma mensagem que não parece comigo.’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Resultado: duas versões ficaram formais; uma trouxe uma abertura aproveitável, que a pessoa reescreveu.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previsão não estava totalmente errada. A experiência revelou uma forma específica de ajuda: usar alternativas como ponto de partida, sem esperar uma voz pessoal pronta na primeira tentativa.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PEDIDO PARA ADAPTAR: Crie três aberturas curtas para um convite de piquenique fictício: uma simples, uma divertida e uma acolhedora. Não invente data ou local. Quero comparar os tons e adaptar uma delas com minhas próprias palavras.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Que observação você registraria se não quisesse guardar a conversa inteira?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Algo como: ‘Pedir três tons me ajudou a escolher uma abertura, mas precisei reescrever o restante.’ O registro de aprendizado pode ser breve e não precisa reproduzir detalhes pessoais ou todo o histórico.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Você tem permissão para testar sem impressionar ninguém.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 teste possível é aquele que cabe nas condições que você tem hoje. Escolha uma barreira, uma adaptação e um limite de tempo. A proposta é criar uma experiência respeitosa, não provar que toda resistência pode ser vencida.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Você pode fazer uma única troca, usar um exemplo pronto ou revisar um resultado sem enviá-lo a ninguém. Se a tarefa não ajudar, registre isso. O valor do exercício está em relacionar uma condição com o resultado observado, sem exigir entusiasmo ou confiança imediatos.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Ao terminar, decida o próximo passo com base nessa experiência. Talvez queira repetir com outro tom, reduzir ainda mais a tarefa ou deixar esse uso de lado. Um limite bem compreendido é um resultado melhor do que um compromisso feito só para acompanhar o ritmo de outras pessoas.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acordo define um espaço para explorar. Você pode encerrá-lo sem precisar esgotar as mensagens disponíveis.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Reduzir pode destravar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Uma pessoa planejou testar um projeto completo, mas percebeu que não tinha energia para revisar uma resposta longa.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Reduziu o pedido a três títulos e escolheu comentar por que nenhum combinava com a ideia.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Mesmo sem escolher um título, identificou o tom que não queria. A próxima tentativa pode começar com uma orientação mais clara — ou esperar outro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Como você descreveria seu teste sem usar ‘tenho que’?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‘Vou experimentar por cinco minutos uma tarefa fictícia e observar se recebo algo aproveitável.’ Essa formulação deixa espaço para uma descoberta, inclusive a de que o uso não valeu a pena nesta situação.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O seu ritmo não é um obstáculo ao aprendizado. É uma condição para desenhar a prática.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f69cbfeb6f48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2889a83b0743e6" /><Relationship Type="http://schemas.openxmlformats.org/officeDocument/2006/relationships/slideLayout" Target="/ppt/slideLayouts/slideLayout1.xml" Id="R993b374e971a4a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3b374e971a4a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a00c1a2284175" /><Relationship Type="http://schemas.openxmlformats.org/officeDocument/2006/relationships/notesSlide" Target="/ppt/notesSlides/notesSlide1.xml" Id="R1184f9b61b8344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3802fad4943cf" /><Relationship Type="http://schemas.openxmlformats.org/officeDocument/2006/relationships/notesSlide" Target="/ppt/notesSlides/notesSlide2.xml" Id="Re284344572974a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ddf945ffb4b19" /><Relationship Type="http://schemas.openxmlformats.org/officeDocument/2006/relationships/notesSlide" Target="/ppt/notesSlides/notesSlide3.xml" Id="R769375b0989b4b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185032bb34052" /><Relationship Type="http://schemas.openxmlformats.org/officeDocument/2006/relationships/notesSlide" Target="/ppt/notesSlides/notesSlide4.xml" Id="R4b7de165ace64f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a363fc3a649a8" /><Relationship Type="http://schemas.openxmlformats.org/officeDocument/2006/relationships/notesSlide" Target="/ppt/notesSlides/notesSlide5.xml" Id="Rda64c51ff4984b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A222A-750B-4D43-8837-2F2BA456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O desconforto de começar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3E23D-0F7B-4F69-806A-783F76C9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Aprender algo novo pode trazer curiosidade e desconforto ao mesmo tempo. Você pode querer experimentar e ainda não saber como começar. Não precisa esconder essa mistura nem esperar que ela desapareça para dar um passo pequeno.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F4DBE-7777-4EE0-8AE2-2268A7A1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Duas coisas podem ser verdade ao mesmo tempo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B97E4-0785-4CD6-81C6-4FB574D7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B0967-5D1C-4258-A680-6A767141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Tenho curiosidade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70BDD-E1E1-4861-8663-2AD1F410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Quero descobrir se isso pode me ajudar.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44F3A-6EBA-47A9-B1C6-C1F2E1C8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6C697F-6EC2-4E85-B676-5966518F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Tenho um limite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2FBCC-EC06-4E4B-B4A6-0CC3149D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Não quero expor dados ou investir muito tempo.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CDA976-C91E-4C85-B5F5-C4E8C299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EABA5-F184-46BB-B354-ED526FD3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Posso escolher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79A21-F624-4E3C-8A36-6C717612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Um teste pequeno pode respeitar as duas coisas.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C79AD8-828C-40C2-8518-0C8A8508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Você pode aprender sem transformar o aprendizado em uma demonstração para os outros.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80E29-1102-488E-B789-ACDF2FFE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6 · 1/5</a:t>
            </a:r>
          </a:p>
        </p:txBody>
      </p:sp>
    </p:spTree>
    <p:extLst>
      <p:ext uri="{BB962C8B-B14F-4D97-AF65-F5344CB8AC3E}">
        <p14:creationId xmlns:p14="http://schemas.microsoft.com/office/powerpoint/2010/main" val="16509188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A8D97F-BC7E-460D-884B-A311A7C9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O que pode estar dificultando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E4DC5-3DE3-4EED-9C42-B307FB93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Antes de tentar superar uma barreira, descubra qual é ela. Soluções diferentes respondem a problemas diferentes. Um tutorial não cria tempo livre; entusiasmo não resolve uma preocupação com dados; um pedido pronto não garante interesse.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C7C7B-8B3A-4FD0-A5C4-3F9FDF41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Barreira e adaptação precisam combinar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FB734-106E-40BF-B9B4-815AD4F6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B9926-E178-4B77-9FE1-338D61F4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Pouco tempo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A82A0-2DA1-4A32-845E-CB292BC1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Uma tarefa de cinco minutos, com uma saída curta.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60301-2873-43EB-83F4-EA6F7E6E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082B3-68E9-475A-9B94-3131D9F1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Privacidade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96470E-02F9-425A-A872-830C21B1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Uma situação inventada, sem dados reais.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1A2E2-4E20-475E-9806-E585E36B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C41A4-91DA-4487-B565-ED706A37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Não sei começar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E121B-3CB3-49AC-8DB3-873C62EA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Um pedido de exemplo que você pode adaptar.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93966A-4C97-41C4-8F8C-281E4884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6CE87A-EFE0-49FF-A910-81319E61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Sem recurso de voz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3EB266-4A2F-443B-93A6-9734545F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Escrita livre para explorar a mesma ideia.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545CB-8948-408A-9242-0B18D2BB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Nomear bem a barreira permite fazer um convite mais respeitoso a si mesmo.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DC8385-8657-4EC0-B701-FBF0C686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6 · 2/5</a:t>
            </a:r>
          </a:p>
        </p:txBody>
      </p:sp>
    </p:spTree>
    <p:extLst>
      <p:ext uri="{BB962C8B-B14F-4D97-AF65-F5344CB8AC3E}">
        <p14:creationId xmlns:p14="http://schemas.microsoft.com/office/powerpoint/2010/main" val="20628564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422E24-0E3F-41CE-ABE3-74DCD18D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Confiança construída em pequenos testes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3992E-30A5-414A-9976-EE2E6211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Confiança útil não é acreditar que a IA sempre acerta. É saber o que você consegue pedir, o que precisa conferir e quando prefere não usar. Ela pode crescer em uma tarefa e continuar pequena em outra — e isso faz sentido.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84416-F1F8-4F84-BBBD-34F20D97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Confiança apoiada em experiência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3077A-7904-407A-9539-02D65F12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37F01-3B78-44A8-9665-4B9C9C03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Teste pequeno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CC1C7-5A23-41CA-8D5D-314D80B1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Escolho uma tarefa que consigo avaliar.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DAB59-FB82-45FF-A2DC-282E2E7F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38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57D76-5574-47BA-878D-E04CE292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A6C35-D20A-4AAE-8C13-4AACB89A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Observação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16E8F-A1F5-477A-89CE-33AFE734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Registro o que ajudou e o que falhou.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02B7E-2FFB-46DA-BD15-54DD4465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3EC1D-A90C-43B6-9F2B-6B485A3D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A73D5-4385-4789-B6E1-003859C4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Ajuste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662E1-BEC8-4914-AAED-1BEBA78E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Mudo uma condição ou reduzo o escopo.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A9F52-8615-46F6-95F9-20AB8966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2813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A619F2-C1B2-468F-8267-FB4A1023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D88D88-7462-4B73-9066-1322BADA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Nova escolha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FBD98E-3561-4BAA-A61D-4ABF5830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Decido se vale repetir, ampliar ou parar.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862BFB-4B7B-42B8-A5DD-EC406051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Aprender também é ficar mais preciso sobre onde confiar, onde conferir e onde não usar.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D5F503-BBFC-418C-AAF4-4E6A2125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6 · 3/5</a:t>
            </a:r>
          </a:p>
        </p:txBody>
      </p:sp>
    </p:spTree>
    <p:extLst>
      <p:ext uri="{BB962C8B-B14F-4D97-AF65-F5344CB8AC3E}">
        <p14:creationId xmlns:p14="http://schemas.microsoft.com/office/powerpoint/2010/main" val="16895731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F4A32-A537-4354-BD4D-C1388A27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Uma tentativa sem plateia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C944F-534F-47DC-B522-59334A5B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Desenhe um experimento que não precise virar publicação, entrega para alguém ou prova de competência. Você pode usar personagens fictícios e guardar apenas uma observação. Um espaço de teste permite errar sem transformar cada rascunho em compromisso.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E0BCB-961E-4512-B148-A7232601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Expectativa encontra observação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638EE-5749-418A-9EE3-8374A0CB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1F183-2420-4F01-8750-76B702EA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Antes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ED286-2234-440F-8E22-72BEE43C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O que imagino que vai acontecer?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DA2B4-1DA8-43F5-B6B2-37B0301E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C3DB6-38FE-4B6E-BA20-3A28C6F3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2A46E4-0719-4535-873C-76F6EEAE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Durante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D5ADB-AE05-43A3-AF70-F888D160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Faço um pedido curto e observo minha reação.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1F629-292D-4BF9-A30C-5877F1AC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60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031B7C-294A-48B8-9304-2A47E720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0A51E-10E0-487C-9E6A-96599BED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Depois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B50671-6721-43F5-BC4D-E4CA2465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O que aconteceu de fato? O que ainda não sei?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4F25B3-F959-4C64-A9F5-46F91E25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Você tem permissão para testar sem impressionar ninguém.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6BFDDE-2B00-4BCA-AAD6-110C8DA3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6 · 4/5</a:t>
            </a:r>
          </a:p>
        </p:txBody>
      </p:sp>
    </p:spTree>
    <p:extLst>
      <p:ext uri="{BB962C8B-B14F-4D97-AF65-F5344CB8AC3E}">
        <p14:creationId xmlns:p14="http://schemas.microsoft.com/office/powerpoint/2010/main" val="19741086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936311-B757-4DD7-9BE5-F9D1269A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Seu próximo teste possível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CF2CF-DFDF-4A28-AF45-C7934DFA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Um teste possível é aquele que cabe nas condições que você tem hoje. Escolha uma barreira, uma adaptação e um limite de tempo. A proposta é criar uma experiência respeitosa, não provar que toda resistência pode ser vencida.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40B3C-6839-4CA3-B756-30ECAFD7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Um acordo pequeno e concreto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6E57E-7EE7-475D-861F-F11B5697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E84D7-98FB-48CE-8EF4-E79EB157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Minha condição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1F5BC-C630-4163-90A0-CD1CA802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Tenho cinco minutos e usarei dados inventados.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DF750-AC2F-47EC-84FC-DA0D9567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AD278-7061-4FF2-9E5E-DA47BE03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E1FB4-B8FF-4866-BA65-8ABA5D2F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Meu teste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60C2B-6F09-4639-A1D6-05C8E839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Comparar três aberturas de um convite.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676E3-C1E0-40A5-9DFF-B08F586B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60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14F662-8413-4202-AF8A-3DF86DC8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F4B649-89F2-4084-96B7-85761BA5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Minha avaliação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26A591-7DB5-455F-BB41-68E40EDE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Alguma opção me ajudou a escrever a minha?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57751-1A85-455C-AB35-6D813734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O seu ritmo não é um obstáculo ao aprendizado. É uma condição para desenhar a prática.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B9016-3AA5-4A0B-AF65-1E553D81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6 · 5/5</a:t>
            </a:r>
          </a:p>
        </p:txBody>
      </p:sp>
    </p:spTree>
    <p:extLst>
      <p:ext uri="{BB962C8B-B14F-4D97-AF65-F5344CB8AC3E}">
        <p14:creationId xmlns:p14="http://schemas.microsoft.com/office/powerpoint/2010/main" val="18336829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2026-09-14T19:34:12.7140000Z</dcterms:created>
  <dcterms:modified xsi:type="dcterms:W3CDTF">2026-09-14T19:34:12.7140000Z</dcterms:modified>
</coreProperties>
</file>