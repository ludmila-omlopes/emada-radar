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ad348b52445e0" /><Relationship Type="http://schemas.openxmlformats.org/officeDocument/2006/relationships/extended-properties" Target="/docProps/app.xml" Id="R110cc0bb924b4822" /><Relationship Type="http://schemas.openxmlformats.org/officeDocument/2006/relationships/officeDocument" Target="/ppt/presentation.xml" Id="Red646de8d83446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4f08388ef44de3"/>
  </p:sldMasterIdLst>
  <p:notesMasterIdLst>
    <p:notesMasterId xmlns:r="http://schemas.openxmlformats.org/officeDocument/2006/relationships" r:id="R879b162a9ac04e9e"/>
  </p:notesMasterIdLst>
  <p:sldIdLst>
    <p:sldId xmlns:r="http://schemas.openxmlformats.org/officeDocument/2006/relationships" id="256" r:id="Raa9cc757fb584a2e"/>
    <p:sldId xmlns:r="http://schemas.openxmlformats.org/officeDocument/2006/relationships" id="257" r:id="R5154f6225dc74360"/>
    <p:sldId xmlns:r="http://schemas.openxmlformats.org/officeDocument/2006/relationships" id="258" r:id="Re3b43632f0f649ad"/>
    <p:sldId xmlns:r="http://schemas.openxmlformats.org/officeDocument/2006/relationships" id="259" r:id="Ra4d8fc7f203f454e"/>
    <p:sldId xmlns:r="http://schemas.openxmlformats.org/officeDocument/2006/relationships" id="260" r:id="Ra5dbeaf1ea3a4fd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332e94ed144b28" /><Relationship Type="http://schemas.openxmlformats.org/officeDocument/2006/relationships/slideMaster" Target="/ppt/slideMasters/slideMaster1.xml" Id="R884f08388ef44de3" /><Relationship Type="http://schemas.openxmlformats.org/officeDocument/2006/relationships/notesMaster" Target="/ppt/notesMasters/notesMaster1.xml" Id="R879b162a9ac04e9e" /><Relationship Type="http://schemas.openxmlformats.org/officeDocument/2006/relationships/presProps" Target="/ppt/presProps.xml" Id="R2d19777b0bf64ab4" /><Relationship Type="http://schemas.openxmlformats.org/officeDocument/2006/relationships/tableStyles" Target="/ppt/tableStyles.xml" Id="Rb4d406412fe64769" /><Relationship Type="http://schemas.openxmlformats.org/officeDocument/2006/relationships/slide" Target="/ppt/slides/slide1.xml" Id="Raa9cc757fb584a2e" /><Relationship Type="http://schemas.openxmlformats.org/officeDocument/2006/relationships/slide" Target="/ppt/slides/slide2.xml" Id="R5154f6225dc74360" /><Relationship Type="http://schemas.openxmlformats.org/officeDocument/2006/relationships/slide" Target="/ppt/slides/slide3.xml" Id="Re3b43632f0f649ad" /><Relationship Type="http://schemas.openxmlformats.org/officeDocument/2006/relationships/slide" Target="/ppt/slides/slide4.xml" Id="Ra4d8fc7f203f454e" /><Relationship Type="http://schemas.openxmlformats.org/officeDocument/2006/relationships/slide" Target="/ppt/slides/slide5.xml" Id="Ra5dbeaf1ea3a4f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7c85ee39bb4a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dfd90f6074497d" /><Relationship Type="http://schemas.openxmlformats.org/officeDocument/2006/relationships/notesMaster" Target="/ppt/notesMasters/notesMaster1.xml" Id="R9268f7c230ee4d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4f2a4e71f4e67" /><Relationship Type="http://schemas.openxmlformats.org/officeDocument/2006/relationships/notesMaster" Target="/ppt/notesMasters/notesMaster1.xml" Id="R598c5da333d4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c459c9f4e3415f" /><Relationship Type="http://schemas.openxmlformats.org/officeDocument/2006/relationships/notesMaster" Target="/ppt/notesMasters/notesMaster1.xml" Id="R7ba520175b7844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8395fa916f479d" /><Relationship Type="http://schemas.openxmlformats.org/officeDocument/2006/relationships/notesMaster" Target="/ppt/notesMasters/notesMaster1.xml" Id="R34db52f7670245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5007550d354dca" /><Relationship Type="http://schemas.openxmlformats.org/officeDocument/2006/relationships/notesMaster" Target="/ppt/notesMasters/notesMaster1.xml" Id="Rb794b7eb05e847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Você não precisa procurar a aplicação mais impressionante de IA. Procure a pergunta que faria diferença no seu dia. Curiosidade fica mais fácil de sustentar quando nasce de uma situação que você reconhece.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Observe o que costuma adiar, repetir ou fazer com esforço desnecessário. Pode ser começar um texto, escolher entre alternativas ou transformar notas soltas em uma sequência. Essas dificuldades não garantem que a IA será útil, mas oferecem hipóteses concretas para testar.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confunda possibilidade com obrigação. Às vezes, uma lista no papel resolve melhor. Às vezes, conversar com uma pessoa é o que falta. O objetivo é ampliar seu repertório de escolhas, não colocar uma ferramenta entre você e tudo o que faz.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Escolha uma porta de entrada. Não é necessário preencher todas para encontrar uma boa experiência.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O incômodo como pista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Bruno edita vídeos e demora para responder a pedidos vagos de revisão de um cliente fictício.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 testa três maneiras de perguntar o que ‘mais dinâmico’ significa: ritmo dos cortes, duração ou quantidade de texto na tela.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Bruno avalia se a mensagem abre uma conversa objetiva sem soar defensiva. Ele não aceita mudanças de escopo nem promete prazos pelo chat: primeiro, precisa entender o pedido.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pequeno incômodo você já resolveu tantas vezes que nem percebe mais?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seja resumir recados, escolher um título ou explicar a mesma instrução. Descreva a tarefa antes de pensar no pedido. Essa descrição já ajuda a enxergar uma entrada e uma saída possíveis.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Uma boa pergunta nasce da atenção à sua vida, não da comparação com a dos outros.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‘Quero usar IA’ ainda não diz qual problema será resolvido. Comece pela situação, pelo resultado desejado e por uma condição real. Só depois pergunte se a ferramenta pode participar de alguma parte desse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Considere divulgar um produto de uma pequena loja. O objetivo não é gerar uma campanha enorme; é apresentar algo que você realmente vende. Uma ajuda possível seria organizar a ficha do produto e rascunhar uma legenda. Estoque, preço e prazo precisam vir de informações verificadas por você.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separação protege você de esperar a coisa errada da ferramenta. Também permite comparar com uma alternativa simples: se já sabe exatamente o que fazer e só precisa marcar um horário, abrir um calendário pode ser suficiente. O teste deve responder a uma necessidade, não criar trabalho novo.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Estoque, condições de venda e aprovação final continuam sob responsabilidade de quem conhece o negócio.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Separando organizar de confirmar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papelaria fictícia quer divulgar um caderno, mas ainda não definiu a oferta.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‘Liste o que preciso confirmar antes de escrever o post: características, disponibilidade e condições de venda. Não preencha o que estiver faltando.’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lista ajuda a preparar a divulgação sem inventar um desconto para deixar o texto mais atraente. Depois, a responsável pelo negócio confirma as informações antes de qualquer publicação.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Em ‘lançar uma campanha inteira’, qual pedaço você conseguiria testar em dez minutos?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possibilidade é organizar as informações que faltam no briefing. Outra é comparar três aberturas para um post fictício. Definir orçamento, publicar e prometer resultados não precisam entrar nesse primeiro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Defina o trabalho antes de escolher quem — ou o que — vai ajudar.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exemplo não precisa ser copiado ao pé da letra. Você pode aproveitar a estrutura que está por trás dele. Abrir um vídeo, apresentar um serviço e escrever uma legenda têm algo em comum: escolher como começar uma conversa com seu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Quando vir uma aplicação interessante, pergunte qual transformação aconteceu. Notas viraram um resumo? Uma ideia virou alternativas? Um texto ficou adequado a outro público? Essa transformação costuma ser mais transferível do que as palavras exatas do pedido.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Depois, substitua contexto, escala e critério. Três aberturas de vídeo podem virar três versões de uma mensagem comercial. O que funciona na fala nem sempre funciona numa legenda. A adaptação é sua: você conhece as diferenças que tornam o exemplo relevante para o seu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semelhança está no tipo de tarefa. Os detalhes precisam mudar com o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Do vídeo à apresentação de um serviço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viu uma criadora pedir três maneiras de começar um vídeo.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‘Escreva três aberturas de até duas frases para apresentar meu serviço fictício de edição de vídeos curtos: uma direta, uma didática e uma acolhedora. Não invente clientes ou resultados.’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estrutura ‘três alternativas com variações’ foi preservada. Público, formato e tom mudaram. Você pode combinar trechos, rejeitar todos ou escrever uma quarta opção a partir deles.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Como adaptar ‘resumir uma reunião’ para o trabalho de edição?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organizar notas fictícias de uma conversa com o cliente em decisões e dúvidas. Forneça o material e confira se o resumo preservou o que foi aprovado, sem acrescentar prazos ou pedidos de alteração inexistentes.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Quando você entende a estrutura de um exemplo, ganha mais do que um pedido para copiar.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folha dividida em três áreas pode revelar mais oportunidades do que uma lista de ferramentas: coisas que você faz, coisas que quer entender e coisas que tem vontade de criar. Procure situações específicas em cada área.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Criadores podem transformar notas em pautas ou comparar títulos de vídeo. Editores podem organizar um briefing e separar ajustes aprovados de dúvidas. Pequenos empreendedores podem rascunhar respostas a perguntas frequentes. Em cada caso, escolha uma tarefa de texto com material que você consiga conferir.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Faça uma lista sem decidir imediatamente se cada ideia é boa. Em seguida, marque as que usam informações não sensíveis e permitem avaliar o resultado. Se uma ideia envolve consequências importantes ou dados privados, recorte uma parte fictícia e de baixo risco para aprender.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 setas indicam mudanças no material. Para cada uma, pergunte o que você precisaria fornecer e conferir.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O que entra e o que fica de fora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pessoa quer organizar mensagens de clientes, mas elas contêm nomes e dados privados.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aprender, inventa cinco mensagens com situações parecidas, sem reproduzir dados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Assim ela consegue testar uma classificação por assunto. O exercício não autoriza depois o uso de dados reais: isso exigiria avaliar regras, permissões e proteções apropriadas ao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Escolha uma possibilidade. Qual é a entrada e qual é a saída?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Exemplo: entrada = seis notas fictícias de um briefing; saída = uma lista de ajustes, sem inventar responsáveis. Se estiver difícil nomear a saída, reduza ou esclareça a tarefa antes de conversar.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Olhe para transformações pequenas: de confuso para organizado, de vago para concreto.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Agora você vai abrir o leque e depois fechá-lo. Liste dez possibilidades de ajuda; se travar, escreva três e acrescente as demais aos poucos. A lista é um exercício de observação, não uma competição de criatividade.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Escolha usando três perguntas: isso me interessa? Cabe em um teste curto? Consigo avaliar a resposta sem depender da palavra da própria IA? Prefira uma ideia que passe pelas três. A mais ambiciosa pode ficar guardada para quando você tiver mais repertório.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Transforme a escolhida em um pequeno acordo consigo: ‘Vou testar X, usando Y, e olhar para Z’. Esse compromisso delimita o experimento. Não é preciso provar que a ferramenta funciona para tudo. Você quer descobrir se ela ajuda naquela situação, do jeito que foi testada.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 ideias que ficaram de fora não foram perdidas. Elas formam seu banco de próximos testes.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Comparando duas candidatas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‘Reposicionar meu negócio inteiro’ disputa espaço com ‘reescrever a descrição de um produto’.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esta prática, a empreendedora escolhe a descrição: duas frases, linguagem simples e apenas as características fornecidas.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tema maior não é menos importante; só exige outro tipo de cuidado e um recorte diferente. A descrição oferece um ciclo curto de pedir, comparar e revisar, sem colocar uma campanha inteira em jogo.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Crie três descrições curtas para uma papelaria fictícia apresentar um caderno de capa lisa e 80 folhas sem pauta, destinado a quem gosta de desenhar. Use no máximo duas frases por versão. Não invente materiais, preço, desconto ou benefícios não informados.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Complete: ‘Vou testar… e vou reconhecer uma boa resposta quando…’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opção: ‘Vou testar três títulos para um vídeo sobre organizar arquivos e reconhecer uma boa resposta quando o título explicar o tema sem prometer resultados que o vídeo não entrega.’ Você acabou de criar um critério verificável.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Escolher uma possibilidade é dar à sua curiosidade a chance de encontrar a realidade.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0f34566b8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7b512b83d4666" /><Relationship Type="http://schemas.openxmlformats.org/officeDocument/2006/relationships/slideLayout" Target="/ppt/slideLayouts/slideLayout1.xml" Id="R4628b45839f8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28b45839f8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a615302ab4ef6" /><Relationship Type="http://schemas.openxmlformats.org/officeDocument/2006/relationships/notesSlide" Target="/ppt/notesSlides/notesSlide1.xml" Id="R2ccdab45bcde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c92ae4cb54c04" /><Relationship Type="http://schemas.openxmlformats.org/officeDocument/2006/relationships/notesSlide" Target="/ppt/notesSlides/notesSlide2.xml" Id="Re435632e387d4b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bc7566a6345ef" /><Relationship Type="http://schemas.openxmlformats.org/officeDocument/2006/relationships/notesSlide" Target="/ppt/notesSlides/notesSlide3.xml" Id="R5c69ffa4e02b46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bd19729a4015" /><Relationship Type="http://schemas.openxmlformats.org/officeDocument/2006/relationships/notesSlide" Target="/ppt/notesSlides/notesSlide4.xml" Id="R332e96607f9d43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0cdaf02e4b0b" /><Relationship Type="http://schemas.openxmlformats.org/officeDocument/2006/relationships/notesSlide" Target="/ppt/notesSlides/notesSlide5.xml" Id="R2394c9e6664847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96670-5203-4EAC-B441-C741B81B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Qual é a sua pergunta?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C5024-CE7E-43BE-90E1-AF3E923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Você não precisa procurar a aplicação mais impressionante de IA. Procure a pergunta que faria diferença no seu dia. Curiosidade fica mais fácil de sustentar quando nasce de uma situação que você reconhece.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84DA9-000D-4019-B6CD-228638E2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Três lugares para encontrar perguntas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33FDE-09E4-4F09-94CE-1491675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ED9E8-EE4C-4260-A921-EA2E7B55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Atrito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C331A-11CF-4707-9D71-D42984E9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sempre me faz travar ou adiar?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B1FE3-7D73-42BE-968D-55E2A0A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29B59-992A-49B3-AE19-30AED573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Curiosidade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B06B7-E202-4D56-883E-45DD9F41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eu gostaria de entender melhor?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7968D-48B7-487D-A10D-62E03CD2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3A0E4-ED0F-487B-A72D-166ADBC4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Criação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0CFB4-6633-4CDA-8DFA-03BD22FA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tenho vontade de tirar do papel?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AE357-1F84-410C-B18C-B5E5B65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Uma boa pergunta nasce da atenção à sua vida, não da comparação com a dos outros.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B385D-3515-4ABA-BE89-3613C8C0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2 · 1/5</a:t>
            </a:r>
          </a:p>
        </p:txBody>
      </p:sp>
    </p:spTree>
    <p:extLst>
      <p:ext uri="{BB962C8B-B14F-4D97-AF65-F5344CB8AC3E}">
        <p14:creationId xmlns:p14="http://schemas.microsoft.com/office/powerpoint/2010/main" val="1373665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23A6F-E3A3-4493-8AEE-D93FE752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situação antes da ferramenta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BD0E3-FA28-4613-A3CF-1460FA88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‘Quero usar IA’ ainda não diz qual problema será resolvido. Comece pela situação, pelo resultado desejado e por uma condição real. Só depois pergunte se a ferramenta pode participar de alguma parte desse trabalho.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9388A-3335-4C6A-943E-17F65A8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Antes de abrir o chat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61856-64C0-47DD-A9AE-5C21EB15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B1076-ADDE-4D58-93B2-382A94AC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Situação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13C29-9CC7-4362-A9D7-38F7C62D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loja quer apresentar um caderno.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00432-1435-4262-964D-49E96C7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FFC90-56D6-4768-AF7E-79B343DD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57E0D-5F34-48F1-9847-33A79B4E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AFBB7-60BC-4428-8C4D-B4B527E6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legenda curta com dados confirmados.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49A5F-3880-46CE-9D66-31750FAE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FC1F9-E06F-417B-BE2A-39902BEC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55AC0-0E98-455D-A9DE-0DD0B125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Papel da 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7D243-7A22-4436-905D-B42ACA2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Organizar informações e rascunhar o texto.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0C67A-3A3F-4B67-8137-6E967EA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Defina o trabalho antes de escolher quem — ou o que — vai ajudar.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78252-6B5C-48AF-8583-F482034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2 · 2/5</a:t>
            </a:r>
          </a:p>
        </p:txBody>
      </p:sp>
    </p:spTree>
    <p:extLst>
      <p:ext uri="{BB962C8B-B14F-4D97-AF65-F5344CB8AC3E}">
        <p14:creationId xmlns:p14="http://schemas.microsoft.com/office/powerpoint/2010/main" val="165718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01477-E283-45FC-A861-439B3FDF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exemplo pode despertar outro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3629C-4896-481B-952B-34ECE7E5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exemplo não precisa ser copiado ao pé da letra. Você pode aproveitar a estrutura que está por trás dele. Abrir um vídeo, apresentar um serviço e escrever uma legenda têm algo em comum: escolher como começar uma conversa com seu público.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2F15F-CC3D-40EC-8253-689D11FD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Transfira a estrutura, não a receita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D215F-C1E5-4230-9D20-45B4A2AF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BA444-1DF8-45D5-B158-3F4803F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6BC1F-7969-47BB-84F7-3384373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exemplo oferece três aberturas de vídeo.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3B5C6-E920-45DB-86BF-C2D58184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AAD02-FCC9-4F7E-9E73-9DC3A042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BB06E-35BB-4668-A119-B803D5F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Adapte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D37D1-CDEA-4DCE-B773-1A8C260C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Peça três introduções para apresentar um serviço.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EE27E-8E69-47BF-BB2E-0F0489BE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8DB6D-CC5E-46AA-982E-63242B68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8F57A-2137-4BEA-A756-7B1D04A3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Confira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C3F73-6755-435C-9333-8C53FEE0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texto respeita a oferta e o público?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D2CBA-2516-4C70-9A19-433A213A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Quando você entende a estrutura de um exemplo, ganha mais do que um pedido para copiar.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520A8-D5D0-4B12-A8B4-96E48052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2 · 3/5</a:t>
            </a:r>
          </a:p>
        </p:txBody>
      </p:sp>
    </p:spTree>
    <p:extLst>
      <p:ext uri="{BB962C8B-B14F-4D97-AF65-F5344CB8AC3E}">
        <p14:creationId xmlns:p14="http://schemas.microsoft.com/office/powerpoint/2010/main" val="1257908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B874C-1C02-441F-AE5E-25FCA2A6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Onde procurar possibilidades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5B09B-C3CB-46D2-8C5B-5A5B22EA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folha dividida em três áreas pode revelar mais oportunidades do que uma lista de ferramentas: coisas que você faz, coisas que quer entender e coisas que tem vontade de criar. Procure situações específicas em cada área.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33ECE-CFC3-4A21-A0B2-8097DBA2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 inventário de possibilidades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09079-7930-4B93-A619-5A2B3B46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34B67-3C53-43B2-B43D-9C7010CF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Criadores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9DED7-2E26-4CAD-8B49-10C65D44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Notas de uma pauta → três aberturas.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0EB84-B91E-419E-83C4-5509F170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2F29-3FB4-4B49-BC40-5F71BE27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Editores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BB8D8-B45A-476C-874B-D7003B34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Briefing fictício → dúvidas e ajustes.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A474F-8ACB-46E0-A1FE-40619FD4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7B0CD-E271-4FCE-A9CB-84F03D53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Empreendedores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4CC81-CFF4-4598-88D9-C710F40A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Ficha do produto → rascunho de descrição.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20BD0-8F6B-4E10-B488-D242F5E6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Olhe para transformações pequenas: de confuso para organizado, de vago para concreto.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CA996-9D1B-4E19-B6A8-D576CD1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2 · 4/5</a:t>
            </a:r>
          </a:p>
        </p:txBody>
      </p:sp>
    </p:spTree>
    <p:extLst>
      <p:ext uri="{BB962C8B-B14F-4D97-AF65-F5344CB8AC3E}">
        <p14:creationId xmlns:p14="http://schemas.microsoft.com/office/powerpoint/2010/main" val="1827510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21352-5656-4712-81B9-B389FDD4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Dez possibilidades, uma escolha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8784C-48A0-4BC1-9FF8-0095B4F8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Agora você vai abrir o leque e depois fechá-lo. Liste dez possibilidades de ajuda; se travar, escreva três e acrescente as demais aos poucos. A lista é um exercício de observação, não uma competição de criatividade.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1669B-56DB-44AD-8BDC-5C13789D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O funil do primeiro teste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90F3D-C1E1-4FA9-AD51-A1795620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FA3B7-3548-4C59-8E24-DE47C13B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10 possibilidades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4E2DE-D9D7-4D2F-95EA-CCD0C3F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Escreva sem exigir uma ideia brilhante.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D47C3-C736-4C1D-A3F4-0F9C0070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C0B28-607C-4306-B196-38C0E594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A2D06-5006-462D-B83A-0FA55E8A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3 candidatas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256C0-A5E2-4E7D-94F8-972FB65B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Separe as pequenas, interessantes e de baixo risco.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88379-8154-43A1-9E9D-C580507B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51151-AAA3-4EDC-8AF3-F4697167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02B3C-A2C7-4D89-8E4F-4061F336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1 experimento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FC95F-5780-4B14-967E-61324E84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Escolha uma saída e um critério de avaliação.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46734-1E02-4E83-AA99-4CE3B815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Escolher uma possibilidade é dar à sua curiosidade a chance de encontrar a realidade.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09F81-0E09-4EB0-9581-B421BC0F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2 · 5/5</a:t>
            </a:r>
          </a:p>
        </p:txBody>
      </p:sp>
    </p:spTree>
    <p:extLst>
      <p:ext uri="{BB962C8B-B14F-4D97-AF65-F5344CB8AC3E}">
        <p14:creationId xmlns:p14="http://schemas.microsoft.com/office/powerpoint/2010/main" val="1105749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2026-09-14T20:55:03.7520000Z</dcterms:created>
  <dcterms:modified xsi:type="dcterms:W3CDTF">2026-09-14T20:55:03.7530000Z</dcterms:modified>
</coreProperties>
</file>