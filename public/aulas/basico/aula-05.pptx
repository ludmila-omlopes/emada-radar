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8b2bdab4474740" /><Relationship Type="http://schemas.openxmlformats.org/officeDocument/2006/relationships/extended-properties" Target="/docProps/app.xml" Id="R073c26f4ced14266" /><Relationship Type="http://schemas.openxmlformats.org/officeDocument/2006/relationships/officeDocument" Target="/ppt/presentation.xml" Id="Rdb0b930f679f43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eb4b5661d342e9"/>
  </p:sldMasterIdLst>
  <p:notesMasterIdLst>
    <p:notesMasterId xmlns:r="http://schemas.openxmlformats.org/officeDocument/2006/relationships" r:id="R40445f82a7ac4e29"/>
  </p:notesMasterIdLst>
  <p:sldIdLst>
    <p:sldId xmlns:r="http://schemas.openxmlformats.org/officeDocument/2006/relationships" id="256" r:id="R07b8511194fe47c0"/>
    <p:sldId xmlns:r="http://schemas.openxmlformats.org/officeDocument/2006/relationships" id="257" r:id="Rd85512b524464677"/>
    <p:sldId xmlns:r="http://schemas.openxmlformats.org/officeDocument/2006/relationships" id="258" r:id="Rc695e770a3ac41c9"/>
    <p:sldId xmlns:r="http://schemas.openxmlformats.org/officeDocument/2006/relationships" id="259" r:id="Ra5c2d1f7557746c7"/>
    <p:sldId xmlns:r="http://schemas.openxmlformats.org/officeDocument/2006/relationships" id="260" r:id="Rf5c71678a2fb43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7fe5017f024226" /><Relationship Type="http://schemas.openxmlformats.org/officeDocument/2006/relationships/slideMaster" Target="/ppt/slideMasters/slideMaster1.xml" Id="R39eb4b5661d342e9" /><Relationship Type="http://schemas.openxmlformats.org/officeDocument/2006/relationships/notesMaster" Target="/ppt/notesMasters/notesMaster1.xml" Id="R40445f82a7ac4e29" /><Relationship Type="http://schemas.openxmlformats.org/officeDocument/2006/relationships/presProps" Target="/ppt/presProps.xml" Id="Rfd60fac093e04b1c" /><Relationship Type="http://schemas.openxmlformats.org/officeDocument/2006/relationships/tableStyles" Target="/ppt/tableStyles.xml" Id="Rbb65b7dda5474947" /><Relationship Type="http://schemas.openxmlformats.org/officeDocument/2006/relationships/slide" Target="/ppt/slides/slide1.xml" Id="R07b8511194fe47c0" /><Relationship Type="http://schemas.openxmlformats.org/officeDocument/2006/relationships/slide" Target="/ppt/slides/slide2.xml" Id="Rd85512b524464677" /><Relationship Type="http://schemas.openxmlformats.org/officeDocument/2006/relationships/slide" Target="/ppt/slides/slide3.xml" Id="Rc695e770a3ac41c9" /><Relationship Type="http://schemas.openxmlformats.org/officeDocument/2006/relationships/slide" Target="/ppt/slides/slide4.xml" Id="Ra5c2d1f7557746c7" /><Relationship Type="http://schemas.openxmlformats.org/officeDocument/2006/relationships/slide" Target="/ppt/slides/slide5.xml" Id="Rf5c71678a2fb43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fa545ac4fa42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9a2688fc094c26" /><Relationship Type="http://schemas.openxmlformats.org/officeDocument/2006/relationships/notesMaster" Target="/ppt/notesMasters/notesMaster1.xml" Id="R30f1bb2fee6e41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065a11615f4a9e" /><Relationship Type="http://schemas.openxmlformats.org/officeDocument/2006/relationships/notesMaster" Target="/ppt/notesMasters/notesMaster1.xml" Id="R4165eb45d1b340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04fa22e2854085" /><Relationship Type="http://schemas.openxmlformats.org/officeDocument/2006/relationships/notesMaster" Target="/ppt/notesMasters/notesMaster1.xml" Id="R198ff852aef246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73682ccfc44fb5" /><Relationship Type="http://schemas.openxmlformats.org/officeDocument/2006/relationships/notesMaster" Target="/ppt/notesMasters/notesMaster1.xml" Id="R5f91812980cd4c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7dbb0db2c44872" /><Relationship Type="http://schemas.openxmlformats.org/officeDocument/2006/relationships/notesMaster" Target="/ppt/notesMasters/notesMaster1.xml" Id="R3a2f206af94244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Você já deixou de perguntar alguma coisa porque achou que deveria saber a resposta? Com IA, essa sensação pode aparecer junto com a quantidade de gente falando que todo mundo já deveria estar usando. O resultado é curioso: quanto maior a pressão para começar, mais difícil pode ficar dar o primeiro passo. Vamos olhar para isso sem transformar aprendizagem em cobrança.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GRAVAÇÃO</a:t>
            </a:r>
          </a:p>
          <a:p xmlns:a="http://schemas.openxmlformats.org/drawingml/2006/main">
            <a:r>
              <a:t>Câmera. Mantenha um tom acolhedor, sem pressupor como o aluno se sente.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PEDAGÓGICA</a:t>
            </a:r>
          </a:p>
          <a:p xmlns:a="http://schemas.openxmlformats.org/drawingml/2006/main">
            <a:r>
              <a:t>Jeremy Utley, AI Learning Series. 05 – You’re Not Tired of AI. You’re Scared of It., 6 jun. 2026. Adaptação: medo é uma possibilidade, não uma explicação universal.. Email consultado na caixa da usuária nesta conversa. Roteiro original em português, adaptado para a Emada Academy. Exemplos e exercícios hipotéticos, sem promessa de resultado.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Na série do Jeremy, ele propõe que parte do chamado cansaço de IA pode esconder insegurança. É uma hipótese útil, mas não explica todo mundo. A pessoa pode ter pouco tempo, uma preocupação legítima ou simplesmente não encontrar uma aplicação relevante. Tente identificar o seu caso. Isso ajuda a escolher um próximo passo adequado, inclusive decidir não usar IA numa situação.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GRAVAÇÃO</a:t>
            </a:r>
          </a:p>
          <a:p xmlns:a="http://schemas.openxmlformats.org/drawingml/2006/main">
            <a:r>
              <a:t>Slide. Atribua a interpretação ao autor, sem tratar como diagnóstico.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PEDAGÓGICA</a:t>
            </a:r>
          </a:p>
          <a:p xmlns:a="http://schemas.openxmlformats.org/drawingml/2006/main">
            <a:r>
              <a:t>Jeremy Utley, AI Learning Series. 05 – You’re Not Tired of AI. You’re Scared of It., 6 jun. 2026. Adaptação: medo é uma possibilidade, não uma explicação universal.. Email consultado na caixa da usuária nesta conversa. Roteiro original em português, adaptado para a Emada Academy. Exemplos e exercícios hipotéticos, sem promessa de resultado.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Utley descreve uma progressão que passa por medo, familiaridade, fluência e diversão. Pense nisso como uma imagem possível da aprendizagem, não como uma escada obrigatória. Você pode se sentir confortável numa tarefa e inseguro em outra. A familiaridade cresce quando a experiência deixa de ser inteiramente desconhecida. Um exercício pequeno pode ajudar a perceber esse movimento.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GRAVAÇÃO</a:t>
            </a:r>
          </a:p>
          <a:p xmlns:a="http://schemas.openxmlformats.org/drawingml/2006/main">
            <a:r>
              <a:t>Slide. Sem promessa de uma trajetória igual para todos.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PEDAGÓGICA</a:t>
            </a:r>
          </a:p>
          <a:p xmlns:a="http://schemas.openxmlformats.org/drawingml/2006/main">
            <a:r>
              <a:t>Jeremy Utley, AI Learning Series. 05 – You’re Not Tired of AI. You’re Scared of It., 6 jun. 2026. Adaptação: medo é uma possibilidade, não uma explicação universal.. Email consultado na caixa da usuária nesta conversa. Roteiro original em português, adaptado para a Emada Academy. Exemplos e exercícios hipotéticos, sem promessa de resultado.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Se a barreira for insegurança, escolha uma tarefa simples que você possa fazer em particular. Pode ser organizar uma lista ou pedir perguntas para estudar. Antes, anote o que imagina que vai acontecer. Depois, escreva o que aconteceu de fato. Essa comparação costuma ser mais útil do que tentar se convencer, no abstrato, de que você deveria se sentir confiante.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GRAVAÇÃO</a:t>
            </a:r>
          </a:p>
          <a:p xmlns:a="http://schemas.openxmlformats.org/drawingml/2006/main">
            <a:r>
              <a:t>Slide. Exemplo hipotético, sem prometer mudança emocional.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PEDAGÓGICA</a:t>
            </a:r>
          </a:p>
          <a:p xmlns:a="http://schemas.openxmlformats.org/drawingml/2006/main">
            <a:r>
              <a:t>Jeremy Utley, AI Learning Series. 05 – You’re Not Tired of AI. You’re Scared of It., 6 jun. 2026. Adaptação: medo é uma possibilidade, não uma explicação universal.. Email consultado na caixa da usuária nesta conversa. Roteiro original em português, adaptado para a Emada Academy. Exemplos e exercícios hipotéticos, sem promessa de resultado.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Responda a essa pergunta com honestidade. Se for falta de tempo, talvez o teste precise durar cinco minutos. Se for privacidade, use uma situação fictícia. Se for insegurança, faça algo que ninguém precisa avaliar além de você. Anote sua expectativa e o resultado. A próxima aula vai usar o que você aprendeu para montar uma prática que caiba na sua rotina.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GRAVAÇÃO</a:t>
            </a:r>
          </a:p>
          <a:p xmlns:a="http://schemas.openxmlformats.org/drawingml/2006/main">
            <a:r>
              <a:t>Slide final. Atividade de cinco minutos, sem obrigação de compartilhar.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PEDAGÓGICA</a:t>
            </a:r>
          </a:p>
          <a:p xmlns:a="http://schemas.openxmlformats.org/drawingml/2006/main">
            <a:r>
              <a:t>Jeremy Utley, AI Learning Series. 05 – You’re Not Tired of AI. You’re Scared of It., 6 jun. 2026. Adaptação: medo é uma possibilidade, não uma explicação universal.. Email consultado na caixa da usuária nesta conversa. Roteiro original em português, adaptado para a Emada Academy. Exemplos e exercícios hipotéticos, sem promessa de resultado.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819511e1a64c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db9f7b188c4951" /><Relationship Type="http://schemas.openxmlformats.org/officeDocument/2006/relationships/slideLayout" Target="/ppt/slideLayouts/slideLayout1.xml" Id="Racbd0a56da4241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bd0a56da4241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fbec6e6a94c97" /><Relationship Type="http://schemas.openxmlformats.org/officeDocument/2006/relationships/notesSlide" Target="/ppt/notesSlides/notesSlide1.xml" Id="Rd88778d3db3846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9192735214eae" /><Relationship Type="http://schemas.openxmlformats.org/officeDocument/2006/relationships/notesSlide" Target="/ppt/notesSlides/notesSlide2.xml" Id="Rf72905fa5f6947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a3c0c1b6440c1" /><Relationship Type="http://schemas.openxmlformats.org/officeDocument/2006/relationships/notesSlide" Target="/ppt/notesSlides/notesSlide3.xml" Id="Rf36f15e4220d4f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77603ed974589" /><Relationship Type="http://schemas.openxmlformats.org/officeDocument/2006/relationships/notesSlide" Target="/ppt/notesSlides/notesSlide4.xml" Id="R693857f21e3347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d7cf5327b4435" /><Relationship Type="http://schemas.openxmlformats.org/officeDocument/2006/relationships/notesSlide" Target="/ppt/notesSlides/notesSlide5.xml" Id="Rf2539222fc3e47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8E266-A2AC-46AD-886A-117CBC82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    /     AULA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50BD0-37A1-4ACB-A665-BDE905D0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1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4189E-5A49-4BB4-BC23-09494D82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7334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O desconforto</a:t>
            </a:r>
          </a:p>
          <a:p xmlns:a="http://schemas.openxmlformats.org/drawingml/2006/main">
            <a:pPr>
              <a:defRPr sz="51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de começar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A067F-0252-4167-A4FB-4CE63F81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647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Aprender algo novo pode dar trabalho e causar insegurança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13EA8-1A25-4DED-9BDF-A1516C96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2857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875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3875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427718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0470A-26F2-46A1-8017-95D3C08E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    /     AULA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660E3-F2E0-4B0D-A475-914E01D5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2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527C6-B099-4CBE-8267-34009674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O que pode estar dificultando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41AF4-642C-4C72-B5C0-A3BA1B99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Insegurança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405AD-1A57-4C36-9B30-9C47403B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Outros motivos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57D2A-7358-4D66-AF30-F90B58D7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47625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Receio de errar, de não entender ou de parecer desatualizado.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58C13-A0DE-4E08-A586-50E090DD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62325"/>
            <a:ext cx="47625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Falta de tempo, acesso, interesse ou preocupações com a ferramenta.</a:t>
            </a:r>
          </a:p>
        </p:txBody>
      </p:sp>
    </p:spTree>
    <p:extLst>
      <p:ext uri="{BB962C8B-B14F-4D97-AF65-F5344CB8AC3E}">
        <p14:creationId xmlns:p14="http://schemas.microsoft.com/office/powerpoint/2010/main" val="1378190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82192-0652-4DFE-BB45-8D2C7D7C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    /     AULA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69B1C-2C4B-4173-9804-050EEA60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3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A3C8BC-3416-40FB-A917-68C935C8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A progressão proposta por Utley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7E5DFA-8FBD-4592-B713-C5F205C9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07BD1-2342-4B4B-9DFE-9B28CC4E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Medo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EE575-37F7-45FF-8735-CCDCE5F7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4795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A ferramenta parece distante.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98729-297E-4C89-BEC6-C8372B7F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527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A261C-408E-4D3B-BA47-59EEA620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52775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Familiaridade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4F89B-C822-4DCD-B38B-38BC994C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09975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Você reconhece como começar.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0E534-D464-4F28-B501-6FEC9F4B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FDE55-A4B7-4241-A870-9206BEB1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14800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Fluência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FBFA6-C64F-4256-BE15-C6196E3A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72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Você orienta e avalia com mais autonomia.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3B67F-256B-4829-AF6C-B3AA972B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7682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2C038-3156-4E57-822A-6E1784BA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76825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Diversão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B0E68-0926-40E8-BA3C-D8B692E1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34025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Algumas experiências despertam curiosidade.</a:t>
            </a:r>
          </a:p>
        </p:txBody>
      </p:sp>
    </p:spTree>
    <p:extLst>
      <p:ext uri="{BB962C8B-B14F-4D97-AF65-F5344CB8AC3E}">
        <p14:creationId xmlns:p14="http://schemas.microsoft.com/office/powerpoint/2010/main" val="20019861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1008A-0FEC-47BD-BCAD-267F3939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    /     AULA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A422A-3C94-41B7-810D-37B36B6F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4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D9742-60AD-422A-A33E-A06CDCCD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tentativa sem plateia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E883B-46C1-4358-9ACF-E59DA54A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Antes de testar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C4ED7-854E-4740-B860-2DD42D2C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Depois de testar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55018-CC82-433A-8D4F-4F19671B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47625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“Acho que vou me enrolar ao explicar o que quero.”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2EA98-4BCD-4313-8274-D19C8AB1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62325"/>
            <a:ext cx="47625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“Consegui começar, mas precisei esclarecer dois detalhes.”</a:t>
            </a:r>
          </a:p>
        </p:txBody>
      </p:sp>
    </p:spTree>
    <p:extLst>
      <p:ext uri="{BB962C8B-B14F-4D97-AF65-F5344CB8AC3E}">
        <p14:creationId xmlns:p14="http://schemas.microsoft.com/office/powerpoint/2010/main" val="17758738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7B5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69A8F-4838-4BB4-9DC5-E163760E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43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434B"/>
                </a:solidFill>
                <a:latin typeface="Arial"/>
                <a:ea typeface="Arial"/>
                <a:cs typeface="Arial"/>
              </a:rPr>
              <a:t>EMADA ACADEMY     /     AULA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8257D-4E04-4721-B231-751FC3AF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43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434B"/>
                </a:solidFill>
                <a:latin typeface="Arial"/>
                <a:ea typeface="Arial"/>
                <a:cs typeface="Arial"/>
              </a:rPr>
              <a:t>5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2E6EF-FD75-40E2-B528-2AC7ACF6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Seu próximo teste possível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26042-356A-4DBA-BA8D-08A350D3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“O que está me</a:t>
            </a:r>
          </a:p>
          <a:p xmlns:a="http://schemas.openxmlformats.org/drawingml/2006/main">
            <a:pPr>
              <a:defRPr sz="46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dificultando começar?”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2780B-BE69-40CD-BC42-D7A8DF3F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143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1434B"/>
                </a:solidFill>
                <a:latin typeface="Arial"/>
                <a:ea typeface="Arial"/>
                <a:cs typeface="Arial"/>
              </a:rPr>
              <a:t>Nomeie uma barreira e escolha um teste pequeno que respeite esse limite.</a:t>
            </a:r>
          </a:p>
        </p:txBody>
      </p:sp>
    </p:spTree>
    <p:extLst>
      <p:ext uri="{BB962C8B-B14F-4D97-AF65-F5344CB8AC3E}">
        <p14:creationId xmlns:p14="http://schemas.microsoft.com/office/powerpoint/2010/main" val="16290250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2026-09-10T17:36:40.9590000Z</dcterms:created>
  <dcterms:modified xsi:type="dcterms:W3CDTF">2026-09-10T17:36:40.9590000Z</dcterms:modified>
</coreProperties>
</file>