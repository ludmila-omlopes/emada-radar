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e5b240bfd6a4152" /><Relationship Type="http://schemas.openxmlformats.org/officeDocument/2006/relationships/extended-properties" Target="/docProps/app.xml" Id="R5d855e5162ce4902" /><Relationship Type="http://schemas.openxmlformats.org/officeDocument/2006/relationships/officeDocument" Target="/ppt/presentation.xml" Id="R2b78e67e29964f2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f49efd45cba4d95"/>
  </p:sldMasterIdLst>
  <p:notesMasterIdLst>
    <p:notesMasterId xmlns:r="http://schemas.openxmlformats.org/officeDocument/2006/relationships" r:id="R300351ee0aea4bd1"/>
  </p:notesMasterIdLst>
  <p:sldIdLst>
    <p:sldId xmlns:r="http://schemas.openxmlformats.org/officeDocument/2006/relationships" id="256" r:id="Rcac194140ec94651"/>
    <p:sldId xmlns:r="http://schemas.openxmlformats.org/officeDocument/2006/relationships" id="257" r:id="R533d80a8ae834716"/>
    <p:sldId xmlns:r="http://schemas.openxmlformats.org/officeDocument/2006/relationships" id="258" r:id="Rd98d250945f643ce"/>
    <p:sldId xmlns:r="http://schemas.openxmlformats.org/officeDocument/2006/relationships" id="259" r:id="Re3f1611be5a14eb5"/>
    <p:sldId xmlns:r="http://schemas.openxmlformats.org/officeDocument/2006/relationships" id="260" r:id="R3a5bfb6291f347f1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9068b9f56824bc6" /><Relationship Type="http://schemas.openxmlformats.org/officeDocument/2006/relationships/slideMaster" Target="/ppt/slideMasters/slideMaster1.xml" Id="Rbf49efd45cba4d95" /><Relationship Type="http://schemas.openxmlformats.org/officeDocument/2006/relationships/notesMaster" Target="/ppt/notesMasters/notesMaster1.xml" Id="R300351ee0aea4bd1" /><Relationship Type="http://schemas.openxmlformats.org/officeDocument/2006/relationships/presProps" Target="/ppt/presProps.xml" Id="Rab04031cb2f54141" /><Relationship Type="http://schemas.openxmlformats.org/officeDocument/2006/relationships/tableStyles" Target="/ppt/tableStyles.xml" Id="R9d74e9a13a2841cc" /><Relationship Type="http://schemas.openxmlformats.org/officeDocument/2006/relationships/slide" Target="/ppt/slides/slide1.xml" Id="Rcac194140ec94651" /><Relationship Type="http://schemas.openxmlformats.org/officeDocument/2006/relationships/slide" Target="/ppt/slides/slide2.xml" Id="R533d80a8ae834716" /><Relationship Type="http://schemas.openxmlformats.org/officeDocument/2006/relationships/slide" Target="/ppt/slides/slide3.xml" Id="Rd98d250945f643ce" /><Relationship Type="http://schemas.openxmlformats.org/officeDocument/2006/relationships/slide" Target="/ppt/slides/slide4.xml" Id="Re3f1611be5a14eb5" /><Relationship Type="http://schemas.openxmlformats.org/officeDocument/2006/relationships/slide" Target="/ppt/slides/slide5.xml" Id="R3a5bfb6291f347f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0ba13e83d8f430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84809630da14d42" /><Relationship Type="http://schemas.openxmlformats.org/officeDocument/2006/relationships/notesMaster" Target="/ppt/notesMasters/notesMaster1.xml" Id="R9bdccae60f9d43f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747f863a1094801" /><Relationship Type="http://schemas.openxmlformats.org/officeDocument/2006/relationships/notesMaster" Target="/ppt/notesMasters/notesMaster1.xml" Id="Racabd06a2887435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f400e0ade434a4a" /><Relationship Type="http://schemas.openxmlformats.org/officeDocument/2006/relationships/notesMaster" Target="/ppt/notesMasters/notesMaster1.xml" Id="R70e2335a7bf2443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77896ed1bec461c" /><Relationship Type="http://schemas.openxmlformats.org/officeDocument/2006/relationships/notesMaster" Target="/ppt/notesMasters/notesMaster1.xml" Id="Rc906c4ba8eb54e5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7d8b8e052f34b25" /><Relationship Type="http://schemas.openxmlformats.org/officeDocument/2006/relationships/notesMaster" Target="/ppt/notesMasters/notesMaster1.xml" Id="R458089309870446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Uma resposta ruim não encerra a investigação. Uma resposta boa também não prova que o sistema funcionará sempre. Experimentar é criar condições para descobrir o que ajudou naquela tarefa e onde continuam os limites.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Talvez tenha faltado contexto, talvez o pedido estivesse amplo ou talvez a ferramenta não seja adequada. Antes de concluir ‘IA não serve’ ou ‘IA resolve tudo’, observe o que realmente aconteceu. Descreva o erro com precisão: inventou um dado? Ignorou uma restrição? Explicou de um jeito que não ajudou?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Nesta aula, você fará até três tentativas da mesma tarefa. Não é um estudo científico nem uma prova definitiva de capacidade. É um teste pessoal com começo e fim, suficiente para trocar uma impressão genérica por observações que podem orientar sua próxima escolha.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experimento produz uma observação local. Não generalize um único resultado para todas as tarefas ou ferramentas.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EXEMPLO FICTÍCIO: Nomeando o problema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Você pede uma explicação de porcentagem e recebe várias definições abstratas.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Em vez de ‘está ruim’, registra: ‘Ainda não consigo calcular um desconto com essa explicação.’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Essa observação aponta uma mudança testável: usar um exemplo com preço e desconto. O objetivo continua o mesmo; muda a forma de explicar.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REFLEXÃO: O que seria uma observação mais útil que ‘gostei’ ou ‘não gostei’?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‘Consegui resolver o exemplo seguinte sem olhar’ ou ‘a resposta ignorou o limite de quatro etapas’. Preferências importam, mas descrevê-las com evidências torna sua avaliação mais fácil de comparar e repetir.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IDEIA PRINCIPAL: Curiosidade com critério transforma uma tentativa em aprendizado.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Decida o que vai observar antes de ler a resposta. Isso ajuda a não confundir uma apresentação convincente com o resultado que você procurava. Seu critério deve estar ligado à tarefa e ser possível de verificar.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 quer entender porcentagem, ‘receber uma explicação bonita’ é pouco específico. ‘Resolver um desconto simples e explicar o cálculo com minhas palavras’ aproxima a avaliação do aprendizado. Para um convite, o critério pode ser preservar as informações e caber em duas frases.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Escolha um critério principal e, se necessário, duas condições obrigatórias. Muitos critérios ao mesmo tempo tornam o teste pesado. Também defina o que seria uma falha: um dado inventado, uma conta incorreta ou uma restrição essencial ignorada pode impedir o uso da resposta, mesmo que o restante esteja bem escrito.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Impressões podem iniciar uma avaliação, mas não substituem evidências ligadas ao objetivo.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EXEMPLO FICTÍCIO: Uma régua para aprender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teste será entender 20% de desconto sobre um preço fictício de R$ 80.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Critério: calcular o valor do desconto, chegar ao preço final e explicar por que os dois números são diferentes.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Há duas saídas a conferir: desconto de R$ 16 e preço final de R$ 64. Uma resposta que troca essas duas coisas falha no critério, mesmo que use uma linguagem acolhedora.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REFLEXÃO: ‘Quero uma resposta melhor’ pode virar qual critério?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Depende do objetivo. Para uma lista de tarefas: ‘cada item começa com uma ação e não inventa prazos’. Para uma explicação: ‘consigo aplicar a ideia em um exemplo novo’. Escolha uma régua que você realmente consiga usar.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IDEIA PRINCIPAL: Quando você sabe o que procura, fica mais difícil se impressionar com a coisa errada.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Mantenha a tarefa e acrescente informação de forma deliberada. Primeiro, um pedido inicial. Depois, um contexto que faltava. Por fim, um feedback dirigido ao problema que persistiu. Compare as três versões usando a mesma régua.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Não peça apenas uma nova resposta idêntica várias vezes. Isso pode produzir variação sem revelar o que ajudou. Ao mudar um elemento importante por tentativa, você consegue formular uma hipótese melhor: o exemplo concreto esclareceu? A restrição tornou a resposta mais adequada?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 prática da Academy, as mensagens são limitadas; três pedidos curtos cabem em uma conversa de seis mensagens enviadas por você. Reserve espaço para uma pergunta ou correção. Não precisa esgotar a cota: se a tarefa já está resolvida, compare o que tem e registre a descoberta.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objetivo é entender o cálculo. O formato fica mais concreto conforme você identifica a dificuldade.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EXEMPLO FICTÍCIO: Uma revisão que responde ao problema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Você entendeu como achar 20% de 80, mas confundiu o desconto com o que será pago.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‘Mostre em linhas separadas: preço original, valor retirado e preço final. Explique o que cada número representa.’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Essa intervenção trabalha a confusão identificada. Pedir uma analogia engraçada poderia ser agradável, mas não necessariamente resolveria a diferença entre desconto e preço final.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PEDIDO PARA ADAPTAR: Explique como calcular um desconto percentual para uma pessoa iniciante. Comece com uma explicação curta. Quero conseguir distinguir o valor do desconto do preço final e depois resolver um exemplo por conta própria.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REFLEXÃO: Por que não trocar também de assunto e de objetivo na terceira tentativa?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Porque você perderia a base de comparação. Se passar de desconto para juros, já estará testando outra tarefa. Guarde essa nova curiosidade e conclua primeiro o pequeno experimento que começou.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IDEIA PRINCIPAL: Uma mudança com intenção ensina mais do que muitas repetições sem direção.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Coloque as versões lado a lado no seu registro e procure mudanças observáveis. O que ficou correto? O que ficou mais compreensível? Qual restrição continuou sendo ignorada? Não escolha a vencedora apenas pelo tamanho ou pelo tom.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Verifique pelo menos um ponto importante fora da resposta da IA. No exemplo do desconto, use uma calculadora: 80 × 0,20 = 16; 80 − 16 = 64. Para informações atuais, consulte uma fonte apropriada. Pedir ao mesmo chat que confirme o que acabou de dizer não cria uma segunda fonte independente.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Separe correção e compreensão. Você pode ter recebido a conta certa sem entender o raciocínio. Também pode ter gostado de uma explicação que contém um erro. Seu registro deve mostrar as duas coisas: o que foi confirmado e o que você agora consegue fazer com a explicação.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Uma tarefa de aprendizado pede mais do que receber a resposta certa: pede observar o que você consegue fazer depois dela.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EXEMPLO FICTÍCIO: Lendo a evidência com cuidado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Versão 1: correta, mas abstrata. Versão 2: concreta, porém você ainda troca os valores. Versão 3: separa as etapas.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‘Depois da terceira, resolvi um exemplo novo: 10% de R$ 50 são R$ 5; o preço final é R$ 45. Conferi com calculadora.’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Isso sustenta uma conclusão específica: separar as etapas ajudou neste teste. Não sustenta afirmar que qualquer explicação da IA será correta ou que o conceito inteiro já foi dominado.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REFLEXÃO: E se a resposta mais agradável tiver um cálculo errado?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Não a use como referência correta. Você pode aproveitar uma analogia ou um estilo de explicação, mas corrija e confira o conteúdo. Clareza e simpatia não compensam um erro que compromete o objetivo.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IDEIA PRINCIPAL: Uma boa avaliação diz o que aconteceu, como você verificou e até onde a conclusão vale.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Defina um limite de até quinze minutos para a parte prática desta aula. O limite não é uma corrida; é uma proteção contra conversas intermináveis que deixam você sem saber se avançou. Ao terminar, faça uma escolha consciente.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Você pode manter a abordagem se houve ganho claro, ajustar se uma condição importante ficou faltando ou parar se o custo de revisão superou a ajuda. Encerrar não significa fracassar. Descobrir que determinada tarefa funciona melhor de outro jeito é uma informação útil.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Registre o critério inicial, os pedidos, uma comparação breve e a verificação feita. Se quiser continuar depois, escreva uma próxima hipótese específica. ‘Testar um exemplo visual’ é mais orientador do que ‘tentar até funcionar’. O seu tempo também entra na avaliação.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Nenhuma saída mede seu talento. Elas descrevem a relação entre a tarefa, a ferramenta e as condições deste teste.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EXEMPLO FICTÍCIO: Quando parar é uma boa decisão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Uma explicação continua confusa depois de três tentativas, e você está cansado.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Você registra o ponto de dúvida e procura uma explicação em um material didático ou com alguém que possa ajudar.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experimento cumpriu seu papel: tornou a dificuldade mais precisa. Não é necessário continuar gastando mensagens para justificar o tempo já investido.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REFLEXÃO: Que frase fecharia seu teste sem transformar uma impressão em certeza absoluta?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‘Neste exemplo, acrescentar contexto ajudou a entender a diferença entre desconto e preço final. Conferi duas contas. Ainda não testei outros tipos de porcentagem.’ É uma conclusão útil e proporcional ao que você fez.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IDEIA PRINCIPAL: Você decide quando a conversa já entregou o que podia entregar.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bc89a38bda4b9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83f4d26cb41448c" /><Relationship Type="http://schemas.openxmlformats.org/officeDocument/2006/relationships/slideLayout" Target="/ppt/slideLayouts/slideLayout1.xml" Id="Rad0f61dda081424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d0f61dda081424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b6bf3857454878" /><Relationship Type="http://schemas.openxmlformats.org/officeDocument/2006/relationships/notesSlide" Target="/ppt/notesSlides/notesSlide1.xml" Id="R9a876d6d97a44c7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d5ba0e5c2a4056" /><Relationship Type="http://schemas.openxmlformats.org/officeDocument/2006/relationships/notesSlide" Target="/ppt/notesSlides/notesSlide2.xml" Id="R4f189317b31a438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8e27321326483a" /><Relationship Type="http://schemas.openxmlformats.org/officeDocument/2006/relationships/notesSlide" Target="/ppt/notesSlides/notesSlide3.xml" Id="R22ec66a56bb44b1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f1162b49fd49dd" /><Relationship Type="http://schemas.openxmlformats.org/officeDocument/2006/relationships/notesSlide" Target="/ppt/notesSlides/notesSlide4.xml" Id="R2881efa875534a1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c9fd48febb48ec" /><Relationship Type="http://schemas.openxmlformats.org/officeDocument/2006/relationships/notesSlide" Target="/ppt/notesSlides/notesSlide5.xml" Id="R184984f50e8a49c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0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A613CE-099E-4116-BE24-0291DC819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381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0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F6F3F5"/>
                </a:solidFill>
                <a:latin typeface="Arial"/>
                <a:ea typeface="Arial"/>
                <a:cs typeface="Arial"/>
              </a:rPr>
              <a:t>Experimentar e avaliar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C5B636-73BE-4F9D-AF47-7BF21DC57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13620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Uma resposta ruim não encerra a investigação. Uma resposta boa também não prova que o sistema funcionará sempre. Experimentar é criar condições para descobrir o que ajudou naquela tarefa e onde continuam os limites.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F0CBCF-92F6-4D5A-A4D7-FC8BAFC67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1381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Um pequeno laboratório pessoal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BB15B3-7060-4744-B605-3C6D53CE6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43375"/>
            <a:ext cx="3176588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79C0B6-1DA2-4EF4-8C5C-AA5D902EB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3176588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Hipótese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902657-578C-49D0-8A79-B6D8BF89D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3176588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Talvez um exemplo concreto ajude a entender.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8A4118-3EC9-4319-B034-BEA86E636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9538" y="4191000"/>
            <a:ext cx="2286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7B5D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9C4F29-094D-4E59-AD2C-CD08ED5A2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388" y="4143375"/>
            <a:ext cx="3176588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2314C1-88EA-4700-8BD5-26367665E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388" y="4667250"/>
            <a:ext cx="3176588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Teste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57A95E-27AC-4E3B-9942-400B5D2C5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388" y="5619750"/>
            <a:ext cx="3176588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Faço o pedido e guardo a resposta.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EF04F1-8AD9-411D-9787-896B0B7F4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4191000"/>
            <a:ext cx="2286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7B5D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F9D0F7-A636-4821-B1BE-1448D6872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4143375"/>
            <a:ext cx="3176588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11E3C6-8AD1-4934-AE4E-352D68548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4667250"/>
            <a:ext cx="3176588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Evidência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CD1039-F676-4149-BDB5-19ACD657E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5619750"/>
            <a:ext cx="3176588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Tento explicar o conceito sem copiar.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E25E0F-D853-4476-B7D4-D811760AE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2813" y="4191000"/>
            <a:ext cx="2286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7B5D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F30E52-946C-4858-A03A-9A440A82B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6663" y="4143375"/>
            <a:ext cx="3176588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FD0473-256B-4EF9-BA62-B9165E07F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6663" y="4667250"/>
            <a:ext cx="3176588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Decisão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CA44CD-ADF7-4692-9856-39AF704A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6663" y="5619750"/>
            <a:ext cx="3176588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Ajusto, continuo ou escolho outra forma de aprender.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0AB2BC-D8ED-46E7-B917-E054E39F1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0"/>
            <a:ext cx="1381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BFCEB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FCEB8"/>
                </a:solidFill>
                <a:latin typeface="Arial"/>
                <a:ea typeface="Arial"/>
                <a:cs typeface="Arial"/>
              </a:rPr>
              <a:t>Curiosidade com critério transforma uma tentativa em aprendizado.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458442-35B6-42E2-9155-AFC059EB9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15300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0ABB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0ABB0"/>
                </a:solidFill>
                <a:latin typeface="Arial"/>
                <a:ea typeface="Arial"/>
                <a:cs typeface="Arial"/>
              </a:rPr>
              <a:t>Emada Academy · Fundamentos · Aula 4 · 1/5</a:t>
            </a:r>
          </a:p>
        </p:txBody>
      </p:sp>
    </p:spTree>
    <p:extLst>
      <p:ext uri="{BB962C8B-B14F-4D97-AF65-F5344CB8AC3E}">
        <p14:creationId xmlns:p14="http://schemas.microsoft.com/office/powerpoint/2010/main" val="10878622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0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7028D7-9467-48BF-9B60-3AEBB0ABC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381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0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F6F3F5"/>
                </a:solidFill>
                <a:latin typeface="Arial"/>
                <a:ea typeface="Arial"/>
                <a:cs typeface="Arial"/>
              </a:rPr>
              <a:t>Um critério antes do teste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F9077D-B012-4855-B9D8-2B41A52AF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13620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Decida o que vai observar antes de ler a resposta. Isso ajuda a não confundir uma apresentação convincente com o resultado que você procurava. Seu critério deve estar ligado à tarefa e ser possível de verificar.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6D7FF6-9F3D-4C23-ADBB-38AF29BD1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1381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O que parece bom × o que demonstra utilidade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77E282-3544-4FBA-97C4-3F4918A82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43375"/>
            <a:ext cx="4368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FCEB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FCEB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A7C299-795B-455C-8059-43260DEBF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4368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Impressão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CD19FA-DBBB-435F-9F70-5509CD71A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436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A resposta está longa, organizada e confiante.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60E196-5340-4756-B55B-6C12D4FA9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600" y="4143375"/>
            <a:ext cx="4368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FCEB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FCEB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331FFC-864A-4AF5-AD29-3594AB492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600" y="4667250"/>
            <a:ext cx="4368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Evidência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2D5FA0-33FF-49C9-AFB1-DABCC0076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600" y="5619750"/>
            <a:ext cx="436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Resolvi outro exemplo e conferi o resultado.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3E2A73-0EF6-4838-971C-BC9951C6E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450" y="4143375"/>
            <a:ext cx="4368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FCEB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FCEB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85C893-BBC8-402F-9D6B-AD7845E22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450" y="4667250"/>
            <a:ext cx="4368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Condição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0D3AA4-137C-4D7E-8DD9-3D87D238E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450" y="5619750"/>
            <a:ext cx="436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A explicação não pulou a etapa que eu não entendia.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5E7D4C-CF89-460B-A571-AD13BBBCE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0"/>
            <a:ext cx="1381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BFCEB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FCEB8"/>
                </a:solidFill>
                <a:latin typeface="Arial"/>
                <a:ea typeface="Arial"/>
                <a:cs typeface="Arial"/>
              </a:rPr>
              <a:t>Quando você sabe o que procura, fica mais difícil se impressionar com a coisa errada.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2C7929-D834-436D-ACF0-A02B4BC66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15300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0ABB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0ABB0"/>
                </a:solidFill>
                <a:latin typeface="Arial"/>
                <a:ea typeface="Arial"/>
                <a:cs typeface="Arial"/>
              </a:rPr>
              <a:t>Emada Academy · Fundamentos · Aula 4 · 2/5</a:t>
            </a:r>
          </a:p>
        </p:txBody>
      </p:sp>
    </p:spTree>
    <p:extLst>
      <p:ext uri="{BB962C8B-B14F-4D97-AF65-F5344CB8AC3E}">
        <p14:creationId xmlns:p14="http://schemas.microsoft.com/office/powerpoint/2010/main" val="12637897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10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867F4F-47E9-4505-9CF7-536ED50EC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381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0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F6F3F5"/>
                </a:solidFill>
                <a:latin typeface="Arial"/>
                <a:ea typeface="Arial"/>
                <a:cs typeface="Arial"/>
              </a:rPr>
              <a:t>Três tentativas da mesma tarefa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F61332-F14F-4525-BB9D-A456DE3CE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13620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Mantenha a tarefa e acrescente informação de forma deliberada. Primeiro, um pedido inicial. Depois, um contexto que faltava. Por fim, um feedback dirigido ao problema que persistiu. Compare as três versões usando a mesma régua.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F761A5-950C-4A7C-9D53-7DBD348FF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1381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Três versões, uma pergunta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54513C-6E89-412F-B4F8-DFCB0B7EF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43375"/>
            <a:ext cx="4368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F3FB18-DDA2-4B93-A92C-A97D9EA88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4368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1 · Pedido inicial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018E85-9A0C-4A02-ABCC-26316AB05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436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Explique como calcular um desconto percentual.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BC7A41-23FD-4E7F-9CED-42A1B7DF1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1750" y="4191000"/>
            <a:ext cx="2286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7B5D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83C4E6-F0C0-4823-92EC-71CAA9D22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600" y="4143375"/>
            <a:ext cx="4368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A4F05C-E81D-4F6A-94EF-77405A5E1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600" y="4667250"/>
            <a:ext cx="4368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2 · Contexto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68F7D7-FF95-4DD9-9F45-D90DB9929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600" y="5619750"/>
            <a:ext cx="436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Use um produto fictício de R$ 80 com 20% de desconto.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52A7DA-B6D5-4DB5-AA17-C417AA868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0600" y="4191000"/>
            <a:ext cx="2286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7B5D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16AB7A-535A-47EB-A3B1-7E6476D93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450" y="4143375"/>
            <a:ext cx="4368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8A02E4-031F-47AB-9257-BCB2B312D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450" y="4667250"/>
            <a:ext cx="4368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3 · Feedback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619871-4A0C-46AA-BBA8-B02923F1E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450" y="5619750"/>
            <a:ext cx="436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Separe valor do desconto e preço final; proponha outro exercício sem resposta.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EC3B47-D0B5-4891-898C-B49EE6FA9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0"/>
            <a:ext cx="1381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BFCEB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FCEB8"/>
                </a:solidFill>
                <a:latin typeface="Arial"/>
                <a:ea typeface="Arial"/>
                <a:cs typeface="Arial"/>
              </a:rPr>
              <a:t>Uma mudança com intenção ensina mais do que muitas repetições sem direção.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3EA574-CAF4-437A-9A19-6D36948B2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15300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0ABB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0ABB0"/>
                </a:solidFill>
                <a:latin typeface="Arial"/>
                <a:ea typeface="Arial"/>
                <a:cs typeface="Arial"/>
              </a:rPr>
              <a:t>Emada Academy · Fundamentos · Aula 4 · 3/5</a:t>
            </a:r>
          </a:p>
        </p:txBody>
      </p:sp>
    </p:spTree>
    <p:extLst>
      <p:ext uri="{BB962C8B-B14F-4D97-AF65-F5344CB8AC3E}">
        <p14:creationId xmlns:p14="http://schemas.microsoft.com/office/powerpoint/2010/main" val="12829408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0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6FAB8F-46AD-460E-B382-F24644EEC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381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0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F6F3F5"/>
                </a:solidFill>
                <a:latin typeface="Arial"/>
                <a:ea typeface="Arial"/>
                <a:cs typeface="Arial"/>
              </a:rPr>
              <a:t>Uma comparação que ensina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3915CF-F18F-461A-AF02-E25C77471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13620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Coloque as versões lado a lado no seu registro e procure mudanças observáveis. O que ficou correto? O que ficou mais compreensível? Qual restrição continuou sendo ignorada? Não escolha a vencedora apenas pelo tamanho ou pelo tom.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B85954-B9FF-49B7-8765-5341F0A44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1381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Duas avaliações que se complementam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E5FFD3-59B2-4A44-822C-C110A6CE9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43375"/>
            <a:ext cx="4368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FCEB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FCEB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25382D-DFC8-451A-B93F-271DD1733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4368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O resultado confere?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5EC216-0745-4558-83F9-365CFA6CA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436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Verifico a conta ou a informação fora da resposta.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45D06B-B3AE-4EB5-99B6-0314EC070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600" y="4143375"/>
            <a:ext cx="4368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FCEB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FCEB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8B37F5-B6A7-41CA-9EA4-52FB2AEB3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600" y="4667250"/>
            <a:ext cx="4368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Eu compreendi?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9BFABD-7BF9-4415-A653-88E73C1E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600" y="5619750"/>
            <a:ext cx="436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Explico com minhas palavras ou resolvo outro exemplo.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E1F327-3EFA-4B47-ACCA-256DFF628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450" y="4143375"/>
            <a:ext cx="4368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FCEB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FCEB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A96D61-0574-4D88-860F-13C93BECF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450" y="4667250"/>
            <a:ext cx="4368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O que mudou?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463576-2218-4204-A6AF-E017F47EE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450" y="5619750"/>
            <a:ext cx="436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Relaciono o ganho à orientação que acrescentei.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9AC6AD-85BF-409D-A66C-151E6D231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0"/>
            <a:ext cx="1381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BFCEB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FCEB8"/>
                </a:solidFill>
                <a:latin typeface="Arial"/>
                <a:ea typeface="Arial"/>
                <a:cs typeface="Arial"/>
              </a:rPr>
              <a:t>Uma boa avaliação diz o que aconteceu, como você verificou e até onde a conclusão vale.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1C46D9-48DF-43D4-9D09-76A17CBC3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15300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0ABB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0ABB0"/>
                </a:solidFill>
                <a:latin typeface="Arial"/>
                <a:ea typeface="Arial"/>
                <a:cs typeface="Arial"/>
              </a:rPr>
              <a:t>Emada Academy · Fundamentos · Aula 4 · 4/5</a:t>
            </a:r>
          </a:p>
        </p:txBody>
      </p:sp>
    </p:spTree>
    <p:extLst>
      <p:ext uri="{BB962C8B-B14F-4D97-AF65-F5344CB8AC3E}">
        <p14:creationId xmlns:p14="http://schemas.microsoft.com/office/powerpoint/2010/main" val="1945515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10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A319EA-89FF-4C3A-A03B-7B9868FCA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381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0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F6F3F5"/>
                </a:solidFill>
                <a:latin typeface="Arial"/>
                <a:ea typeface="Arial"/>
                <a:cs typeface="Arial"/>
              </a:rPr>
              <a:t>Um teste com começo e fim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ABE791-84E9-4FB3-88C4-5114EABFB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13620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Defina um limite de até quinze minutos para a parte prática desta aula. O limite não é uma corrida; é uma proteção contra conversas intermináveis que deixam você sem saber se avançou. Ao terminar, faça uma escolha consciente.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BFD746-6922-4FC9-9D26-F2932605E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1381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Três saídas legítimas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E5C7DE-7280-4708-90F5-CEC3F860B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43375"/>
            <a:ext cx="4368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FCEB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FCEB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E9318C-1942-42B5-90BE-5701D77EF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4368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Manter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D388DD-EB84-4173-9649-CCEBE91CF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436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A resposta ajudou e a revisão foi viável.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9C89EB-79BF-44CC-82EA-4640D15BC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600" y="4143375"/>
            <a:ext cx="4368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FCEB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FCEB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565B3F-17B6-42D9-BCAF-0A13EB3C6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600" y="4667250"/>
            <a:ext cx="4368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Ajustar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B1C2A5-0726-4EA3-847A-DD2F8C8F1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600" y="5619750"/>
            <a:ext cx="436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Encontrei uma condição que vale testar melhor.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2D1A91-59E2-4D39-9118-D13D511EA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450" y="4143375"/>
            <a:ext cx="4368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FCEB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FCEB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AA37E6-C515-42C9-AC74-7FDFE3FB3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450" y="4667250"/>
            <a:ext cx="4368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Parar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71ACBE-62A0-470E-BE17-AD07BB721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450" y="5619750"/>
            <a:ext cx="436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Não houve ganho ou a conferência ficou trabalhosa demais.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F7D8CF-4893-4300-BD25-6B625EBC8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0"/>
            <a:ext cx="1381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BFCEB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FCEB8"/>
                </a:solidFill>
                <a:latin typeface="Arial"/>
                <a:ea typeface="Arial"/>
                <a:cs typeface="Arial"/>
              </a:rPr>
              <a:t>Você decide quando a conversa já entregou o que podia entregar.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54D573-BBAA-4FF5-8901-55AA9A22B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15300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0ABB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0ABB0"/>
                </a:solidFill>
                <a:latin typeface="Arial"/>
                <a:ea typeface="Arial"/>
                <a:cs typeface="Arial"/>
              </a:rPr>
              <a:t>Emada Academy · Fundamentos · Aula 4 · 5/5</a:t>
            </a:r>
          </a:p>
        </p:txBody>
      </p:sp>
    </p:spTree>
    <p:extLst>
      <p:ext uri="{BB962C8B-B14F-4D97-AF65-F5344CB8AC3E}">
        <p14:creationId xmlns:p14="http://schemas.microsoft.com/office/powerpoint/2010/main" val="7406814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2026-09-14T19:34:07.1540000Z</dcterms:created>
  <dcterms:modified xsi:type="dcterms:W3CDTF">2026-09-14T19:34:07.1540000Z</dcterms:modified>
</coreProperties>
</file>