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28f17f15de40a5" /><Relationship Type="http://schemas.openxmlformats.org/officeDocument/2006/relationships/extended-properties" Target="/docProps/app.xml" Id="Raec48e526aff4564" /><Relationship Type="http://schemas.openxmlformats.org/officeDocument/2006/relationships/officeDocument" Target="/ppt/presentation.xml" Id="R024f78398d9447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324e6a3c734719"/>
  </p:sldMasterIdLst>
  <p:notesMasterIdLst>
    <p:notesMasterId xmlns:r="http://schemas.openxmlformats.org/officeDocument/2006/relationships" r:id="R20de512df36a497c"/>
  </p:notesMasterIdLst>
  <p:sldIdLst>
    <p:sldId xmlns:r="http://schemas.openxmlformats.org/officeDocument/2006/relationships" id="256" r:id="R6dba98bd62ba479f"/>
    <p:sldId xmlns:r="http://schemas.openxmlformats.org/officeDocument/2006/relationships" id="257" r:id="Rc3cc734daf974056"/>
    <p:sldId xmlns:r="http://schemas.openxmlformats.org/officeDocument/2006/relationships" id="258" r:id="R04a0c9c04c3e402e"/>
    <p:sldId xmlns:r="http://schemas.openxmlformats.org/officeDocument/2006/relationships" id="259" r:id="R5adb4c3acb524bda"/>
    <p:sldId xmlns:r="http://schemas.openxmlformats.org/officeDocument/2006/relationships" id="260" r:id="Rf6d1039fe88c4f5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d19d042c1b4843" /><Relationship Type="http://schemas.openxmlformats.org/officeDocument/2006/relationships/slideMaster" Target="/ppt/slideMasters/slideMaster1.xml" Id="Rf3324e6a3c734719" /><Relationship Type="http://schemas.openxmlformats.org/officeDocument/2006/relationships/notesMaster" Target="/ppt/notesMasters/notesMaster1.xml" Id="R20de512df36a497c" /><Relationship Type="http://schemas.openxmlformats.org/officeDocument/2006/relationships/presProps" Target="/ppt/presProps.xml" Id="R1b2c2579dae145c1" /><Relationship Type="http://schemas.openxmlformats.org/officeDocument/2006/relationships/tableStyles" Target="/ppt/tableStyles.xml" Id="R0f6317a1e4f44dac" /><Relationship Type="http://schemas.openxmlformats.org/officeDocument/2006/relationships/slide" Target="/ppt/slides/slide1.xml" Id="R6dba98bd62ba479f" /><Relationship Type="http://schemas.openxmlformats.org/officeDocument/2006/relationships/slide" Target="/ppt/slides/slide2.xml" Id="Rc3cc734daf974056" /><Relationship Type="http://schemas.openxmlformats.org/officeDocument/2006/relationships/slide" Target="/ppt/slides/slide3.xml" Id="R04a0c9c04c3e402e" /><Relationship Type="http://schemas.openxmlformats.org/officeDocument/2006/relationships/slide" Target="/ppt/slides/slide4.xml" Id="R5adb4c3acb524bda" /><Relationship Type="http://schemas.openxmlformats.org/officeDocument/2006/relationships/slide" Target="/ppt/slides/slide5.xml" Id="Rf6d1039fe88c4f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a8894686c846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5a0b0cb7d343f4" /><Relationship Type="http://schemas.openxmlformats.org/officeDocument/2006/relationships/notesMaster" Target="/ppt/notesMasters/notesMaster1.xml" Id="R9938556a9fbc42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22505a4d44160" /><Relationship Type="http://schemas.openxmlformats.org/officeDocument/2006/relationships/notesMaster" Target="/ppt/notesMasters/notesMaster1.xml" Id="R7315b5af3f1846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0347ef883b4608" /><Relationship Type="http://schemas.openxmlformats.org/officeDocument/2006/relationships/notesMaster" Target="/ppt/notesMasters/notesMaster1.xml" Id="R45aa5e1f079542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31ff399ac148e8" /><Relationship Type="http://schemas.openxmlformats.org/officeDocument/2006/relationships/notesMaster" Target="/ppt/notesMasters/notesMaster1.xml" Id="Rc37937ef58e648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eaf4820094ca4" /><Relationship Type="http://schemas.openxmlformats.org/officeDocument/2006/relationships/notesMaster" Target="/ppt/notesMasters/notesMaster1.xml" Id="R05730a5d56894e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Uma resposta ruim não encerra a investigação. Uma resposta boa também não prova que o sistema funcionará sempre. Experimentar é criar condições para descobrir o que ajudou naquela tarefa e onde continuam os limites.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Talvez tenha faltado contexto, talvez o pedido estivesse amplo ou talvez a ferramenta não seja adequada. Antes de concluir ‘IA não serve’ ou ‘IA resolve tudo’, observe o que realmente aconteceu. Descreva o erro com precisão: inventou um dado? Ignorou uma restrição? Explicou de um jeito que não ajudou?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Nesta aula, você fará até três tentativas da mesma tarefa. Não é um estudo científico nem uma prova definitiva de capacidade. É um teste pessoal com começo e fim, suficiente para trocar uma impressão genérica por observações que podem orientar sua próxima escolha.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produz uma observação local. Não generalize um único resultado para todas as tarefas ou ferramentas.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Nomeando o problema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empreendedora prepara um anúncio fictício e pede ajuda para entender o cálculo de desconto. Recebe várias definições abstratas.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vez de ‘está ruim’, registra: ‘Ainda não consigo conferir o preço que apareceria no anúncio com essa explicação.’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observação aponta uma mudança testável: usar o preço de um produto fictício. A aula exercita o cálculo, não recomenda uma promoção. A decisão comercial e a revisão do anúncio continuam com a empreendedora.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seria uma observação mais útil que ‘gostei’ ou ‘não gostei’?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‘Consegui resolver o exemplo seguinte sem olhar’ ou ‘a resposta ignorou o limite de quatro etapas’. Preferências importam, mas descrevê-las com evidências torna sua avaliação mais fácil de comparar e repetir.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Curiosidade com critério transforma uma tentativa em aprendizado.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Decida o que vai observar antes de ler a resposta. Isso ajuda a não confundir uma apresentação convincente com o resultado que você procurava. Seu critério deve estar ligado à tarefa e ser possível de verificar.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quer conferir um anúncio de desconto, ‘receber uma explicação bonita’ é pouco específico. ‘Calcular o preço final e explicar como cheguei nele’ aproxima a avaliação do trabalho. Para uma legenda, o critério pode ser preservar as características do produto e caber em duas frases.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Escolha um critério principal e, se necessário, duas condições obrigatórias. Muitos critérios ao mesmo tempo tornam o teste pesado. Também defina o que seria uma falha: um dado inventado, uma conta incorreta ou uma restrição essencial ignorada pode impedir o uso da resposta, mesmo que o restante esteja bem escrito.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Impressões podem iniciar uma avaliação, mas não substituem evidências ligadas ao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régua antes de publicar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anúncio fictício de uma loja, um produto de R$ 80 aparece com 20% de desconto. Esses valores são inventados apenas para o exercício.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Critério: calcular o valor do desconto, chegar ao preço final e explicar por que os dois números são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Há duas saídas a conferir: desconto de R$ 16 e preço final de R$ 64. Uma resposta que troca essas duas coisas falha no critério. O exercício não decide se a oferta é adequada ao negócio nem autoriza uma publicação.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‘Quero uma resposta melhor’ pode virar qual critério?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Depende do objetivo. Para uma lista de tarefas: ‘cada item começa com uma ação e não inventa prazos’. Para uma explicação: ‘consigo aplicar a ideia em um exemplo novo’. Escolha uma régua que você realmente consiga usar.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Quando você sabe o que procura, fica mais difícil se impressionar com a coisa errada.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Mantenha a tarefa e acrescente informação de forma deliberada. Primeiro, um pedido inicial. Depois, um contexto que faltava. Por fim, um feedback dirigido ao problema que persistiu. Compare as três versões usando a mesma régua.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peça apenas uma nova resposta idêntica várias vezes. Isso pode produzir variação sem revelar o que ajudou. Ao mudar um elemento importante por tentativa, você consegue formular uma hipótese melhor: o exemplo concreto esclareceu? A restrição tornou a resposta mais adequada?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prática da Academy, as mensagens são limitadas; três pedidos curtos cabem em uma conversa de seis mensagens enviadas por você. Reserve espaço para uma pergunta ou correção. Não precisa esgotar a cota: se a tarefa já está resolvida, compare o que tem e registre a descoberta.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objetivo é entender o cálculo. O formato fica mais concreto conforme você identifica a dificuldade.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Uma revisão que responde ao problema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Ao revisar o anúncio fictício, você entendeu como achar 20% de 80, mas confundiu o desconto com o valor que o cliente pagaria.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‘Mostre em linhas separadas: preço original, valor retirado e preço final. Explique o que cada número representa.’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intervenção trabalha a confusão identificada. Pedir uma chamada mais chamativa poderia ser agradável, mas não resolveria um preço errado no anúncio. Primeiro confira a informação; depois trabalhe o texto.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Estou revisando o anúncio de uma loja fictícia e quero entender como calcular um desconto percentual. Comece com uma explicação curta para uma pessoa iniciante. Quero distinguir valor do desconto e preço final, depois resolver um exemplo por conta própria. Não sugira uma estratégia de preços.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Por que não trocar também de assunto e de objetivo na terceira tentativa?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Porque você perderia a base de comparação. Se passar de desconto para juros, já estará testando outra tarefa. Guarde essa nova curiosidade e conclua primeiro o pequeno experimento que começou.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mudança com intenção ensina mais do que muitas repetições sem direção.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Coloque as versões lado a lado no seu registro e procure mudanças observáveis. O que ficou correto? O que ficou mais compreensível? Qual restrição continuou sendo ignorada? Não escolha a vencedora apenas pelo tamanho ou pelo 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Verifique pelo menos um ponto importante fora da resposta da IA. No exemplo do desconto, use uma calculadora: 80 × 0,20 = 16; 80 − 16 = 64. Para informações atuais, consulte uma fonte apropriada. Pedir ao mesmo chat que confirme o que acabou de dizer não cria uma segunda fonte independente.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Separe correção e compreensão. Você pode ter recebido a conta certa sem entender o raciocínio. Também pode ter gostado de uma explicação que contém um erro. Seu registro deve mostrar as duas coisas: o que foi confirmado e o que você agora consegue fazer com a explicação.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tarefa de aprendizado pede mais do que receber a resposta certa: pede observar o que você consegue fazer depois dela.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Lendo a evidência com cuidado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revisão do anúncio fictício, a versão 1 é correta, mas abstrata. A versão 2 usa o produto, porém você ainda troca os valores. A versão 3 separa as etapas.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‘Depois da terceira, conferi outro produto inventado: 10% de R$ 50 são R$ 5; o preço final é R$ 45. Refiz a conta com calculadora.’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Isso sustenta uma conclusão específica: separar as etapas ajudou neste teste. Não sustenta afirmar que qualquer explicação da IA será correta, nem que os textos de todos os próximos anúncios estarão prontos para publicar.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E se a resposta mais agradável tiver um cálculo errado?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Não a use como referência correta. Você pode aproveitar uma analogia ou um estilo de explicação, mas corrija e confira o conteúdo. Clareza e simpatia não compensam um erro que compromete o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Uma boa avaliação diz o que aconteceu, como você verificou e até onde a conclusão vale.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Defina um limite de até quinze minutos para a parte prática desta aula. O limite não é uma corrida; é uma proteção contra conversas intermináveis que deixam você sem saber se avançou. Ao terminar, faça uma escolha consciente.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pode manter a abordagem se houve ganho claro, ajustar se uma condição importante ficou faltando ou parar se o custo de revisão superou a ajuda. Encerrar não significa fracassar. Descobrir que determinada tarefa funciona melhor de outro jeito é uma informação útil.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Registre o critério inicial, os pedidos, uma comparação breve e a verificação feita. Se quiser continuar depois, escreva uma próxima hipótese específica. ‘Testar um exemplo visual’ é mais orientador do que ‘tentar até funcionar’. O seu tempo também entra na avaliação.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Nenhuma saída mede seu talento. Elas descrevem a relação entre a tarefa, a ferramenta e as condições deste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Quando parar é uma boa decisão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Depois de três tentativas, você ainda não consegue conferir o preço do anúncio fictício.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registra a dúvida, deixa o anúncio sem aprovação e procura uma explicação em material didático ou com alguém que possa ajudar.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cumpriu seu papel: tornou a dificuldade mais precisa. Não é necessário continuar gastando mensagens para justificar o tempo já investido, muito menos aprovar uma informação só porque o prazo está perto.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Que frase fecharia seu teste sem transformar uma impressão em certeza absoluta?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‘Neste exemplo, acrescentar contexto ajudou a entender a diferença entre desconto e preço final. Conferi duas contas. Ainda não testei outros tipos de porcentagem.’ É uma conclusão útil e proporcional ao que você fez.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decide quando a conversa já entregou o que podia entregar.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1d61aac2341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ee8b339a564453" /><Relationship Type="http://schemas.openxmlformats.org/officeDocument/2006/relationships/slideLayout" Target="/ppt/slideLayouts/slideLayout1.xml" Id="Raf4323bc156f43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4323bc156f43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9494a1084762" /><Relationship Type="http://schemas.openxmlformats.org/officeDocument/2006/relationships/notesSlide" Target="/ppt/notesSlides/notesSlide1.xml" Id="Ra0a40611e1fe4d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3ecf55e26949b4" /><Relationship Type="http://schemas.openxmlformats.org/officeDocument/2006/relationships/notesSlide" Target="/ppt/notesSlides/notesSlide2.xml" Id="Rd66d824da28043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3feb02fbb4ca5" /><Relationship Type="http://schemas.openxmlformats.org/officeDocument/2006/relationships/notesSlide" Target="/ppt/notesSlides/notesSlide3.xml" Id="R21fc7c23930b47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093013efe4945" /><Relationship Type="http://schemas.openxmlformats.org/officeDocument/2006/relationships/notesSlide" Target="/ppt/notesSlides/notesSlide4.xml" Id="R77f6d51d2917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8a6845ee0b4036" /><Relationship Type="http://schemas.openxmlformats.org/officeDocument/2006/relationships/notesSlide" Target="/ppt/notesSlides/notesSlide5.xml" Id="R58aa0bfb134f4a4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613CE-099E-4116-BE24-0291DC81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Experimentar e avaliar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5B636-73BE-4F9D-AF47-7BF21DC5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resposta ruim não encerra a investigação. Uma resposta boa também não prova que o sistema funcionará sempre. Experimentar é criar condições para descobrir o que ajudou naquela tarefa e onde continuam os limites.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F0CBCF-92F6-4D5A-A4D7-FC8BAFC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 pequeno laboratório pessoal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B15B3-7060-4744-B605-3C6D53C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9C0B6-1DA2-4EF4-8C5C-AA5D902E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Hipótese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02657-578C-49D0-8A79-B6D8BF89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Talvez um exemplo concreto ajude a entender.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A4118-3EC9-4319-B034-BEA86E63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C4F29-094D-4E59-AD2C-CD08ED5A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314C1-88EA-4700-8BD5-26367665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7A95E-27AC-4E3B-9942-400B5D2C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Faço o pedido e guardo a resposta.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EF04F1-8AD9-411D-9787-896B0B7F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F9D0F7-A636-4821-B1BE-1448D68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1E3C6-8AD1-4934-AE4E-352D685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CD1039-F676-4149-BDB5-19ACD657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Tento explicar o conceito sem copiar.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25E0F-D853-4476-B7D4-D811760A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30E52-946C-4858-A03A-9A440A82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FD0473-256B-4EF9-BA62-B9165E07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Decisão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CA44CD-ADF7-4692-9856-39AF704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Ajusto, continuo ou escolho outra forma de aprender.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0AB2BC-D8ED-46E7-B917-E054E39F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Curiosidade com critério transforma uma tentativa em aprendizado.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458442-35B6-42E2-9155-AFC059E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1/5</a:t>
            </a:r>
          </a:p>
        </p:txBody>
      </p:sp>
    </p:spTree>
    <p:extLst>
      <p:ext uri="{BB962C8B-B14F-4D97-AF65-F5344CB8AC3E}">
        <p14:creationId xmlns:p14="http://schemas.microsoft.com/office/powerpoint/2010/main" val="1087862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028D7-9467-48BF-9B60-3AEBB0A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critério antes do teste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9077D-B012-4855-B9D8-2B41A52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Decida o que vai observar antes de ler a resposta. Isso ajuda a não confundir uma apresentação convincente com o resultado que você procurava. Seu critério deve estar ligado à tarefa e ser possível de verificar.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D7FF6-9F3D-4C23-ADBB-38AF29B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O que parece bom × o que demonstra utilidade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7E282-3544-4FBA-97C4-3F4918A8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7C299-795B-455C-8059-43260DEB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Impressão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D19FA-DBBB-435F-9F70-5509CD71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resposta está longa, organizada e confiante.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0E196-5340-4756-B55B-6C12D4FA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31FFC-864A-4AF5-AD29-3594AB49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Evidência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D5FA0-33FF-49C9-AFB1-DABCC00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Resolvi outro exemplo e conferi o resultado.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E2A73-0EF6-4838-971C-BC9951C6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5C893-BBC8-402F-9D6B-AD7845E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Condição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D3AA4-137C-4D7E-8DD9-3D87D238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explicação não pulou a etapa que eu não entendia.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5E7D4C-CF89-460B-A571-AD13BBBC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Quando você sabe o que procura, fica mais difícil se impressionar com a coisa errada.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2C7929-D834-436D-ACF0-A02B4BC6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2/5</a:t>
            </a:r>
          </a:p>
        </p:txBody>
      </p:sp>
    </p:spTree>
    <p:extLst>
      <p:ext uri="{BB962C8B-B14F-4D97-AF65-F5344CB8AC3E}">
        <p14:creationId xmlns:p14="http://schemas.microsoft.com/office/powerpoint/2010/main" val="1263789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67F4F-47E9-4505-9CF7-536ED50E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Três tentativas da mesma tarefa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61332-F14F-4525-BB9D-A456DE3C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Mantenha a tarefa e acrescente informação de forma deliberada. Primeiro, um pedido inicial. Depois, um contexto que faltava. Por fim, um feedback dirigido ao problema que persistiu. Compare as três versões usando a mesma régua.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761A5-950C-4A7C-9D53-7DBD348F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Três versões, uma pergunta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4513C-6E89-412F-B4F8-DFCB0B7E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3FB18-DDA2-4B93-A92C-A97D9EA8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1 · Pedido inicial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018E85-9A0C-4A02-ABCC-26316AB0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Explique como calcular um desconto percentual.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BC7A41-23FD-4E7F-9CED-42A1B7DF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3C4E6-F0C0-4823-92EC-71CAA9D2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4F05C-E81D-4F6A-94EF-77405A5E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2 · Contexto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8F7D7-FF95-4DD9-9F45-D90DB992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Use um produto fictício de R$ 80 com 20% de desconto.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2A7DA-B6D5-4DB5-AA17-C417AA86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6AB7A-535A-47EB-A3B1-7E6476D9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A02E4-031F-47AB-9257-BCB2B312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3 · 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19871-4A0C-46AA-BBA8-B02923F1E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Separe valor do desconto e preço final; proponha outro exercício sem resposta.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C3B47-D0B5-4891-898C-B49EE6FA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mudança com intenção ensina mais do que muitas repetições sem direção.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EA574-CAF4-437A-9A19-6D36948B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3/5</a:t>
            </a:r>
          </a:p>
        </p:txBody>
      </p:sp>
    </p:spTree>
    <p:extLst>
      <p:ext uri="{BB962C8B-B14F-4D97-AF65-F5344CB8AC3E}">
        <p14:creationId xmlns:p14="http://schemas.microsoft.com/office/powerpoint/2010/main" val="12829408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6FAB8F-46AD-460E-B382-F24644EE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Uma comparação que ensina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915CF-F18F-461A-AF02-E25C7747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Coloque as versões lado a lado no seu registro e procure mudanças observáveis. O que ficou correto? O que ficou mais compreensível? Qual restrição continuou sendo ignorada? Não escolha a vencedora apenas pelo tamanho ou pelo tom.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85954-B9FF-49B7-8765-5341F0A4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Duas avaliações que se complementam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E5FFD3-59B2-4A44-822C-C110A6C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25382D-DFC8-451A-B93F-271DD173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resultado confere?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5EC216-0745-4558-83F9-365CFA6C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Verifico a conta ou a informação fora da resposta.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5D06B-B3AE-4EB5-99B6-0314EC07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B37F5-B6A7-41CA-9EA4-52FB2AE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Eu compreendi?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BFABD-7BF9-4415-A653-88E73C1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Explico com minhas palavras ou resolvo outro exemplo.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1F327-3EFA-4B47-ACCA-256DFF62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6D61-0574-4D88-860F-13C93BEC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 que mudou?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63576-2218-4204-A6AF-E017F47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Relaciono o ganho à orientação que acrescentei.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9AC6AD-85BF-409D-A66C-151E6D2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Uma boa avaliação diz o que aconteceu, como você verificou e até onde a conclusão vale.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1C46D9-48DF-43D4-9D09-76A17CBC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4/5</a:t>
            </a:r>
          </a:p>
        </p:txBody>
      </p:sp>
    </p:spTree>
    <p:extLst>
      <p:ext uri="{BB962C8B-B14F-4D97-AF65-F5344CB8AC3E}">
        <p14:creationId xmlns:p14="http://schemas.microsoft.com/office/powerpoint/2010/main" val="194551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319EA-89FF-4C3A-A03B-7B9868F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teste com começo e fim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ABE791-84E9-4FB3-88C4-5114EABF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Defina um limite de até quinze minutos para a parte prática desta aula. O limite não é uma corrida; é uma proteção contra conversas intermináveis que deixam você sem saber se avançou. Ao terminar, faça uma escolha consciente.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FD746-6922-4FC9-9D26-F2932605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Três saídas legítimas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5C7DE-7280-4708-90F5-CEC3F860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9318C-1942-42B5-90BE-5701D77E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Manter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388DD-EB84-4173-9649-CCEBE91C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resposta ajudou e a revisão foi viável.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9C89EB-79BF-44CC-82EA-4640D15B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65B3F-17B6-42D9-BCAF-0A13EB3C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Ajustar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C2A5-0726-4EA3-847A-DD2F8C8F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Encontrei uma condição que vale testar melhor.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1A91-59E2-4D39-9118-D13D511E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A37E6-C515-42C9-AC74-7FDFE3FB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Parar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1ACBE-62A0-470E-BE17-AD07BB72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Não houve ganho ou a conferência ficou trabalhosa demais.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F7D8CF-4893-4300-BD25-6B625EBC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decide quando a conversa já entregou o que podia entregar.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4D573-BBAA-4FF5-8901-55AA9A22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4 · 5/5</a:t>
            </a:r>
          </a:p>
        </p:txBody>
      </p:sp>
    </p:spTree>
    <p:extLst>
      <p:ext uri="{BB962C8B-B14F-4D97-AF65-F5344CB8AC3E}">
        <p14:creationId xmlns:p14="http://schemas.microsoft.com/office/powerpoint/2010/main" val="740681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2026-09-14T20:55:10.0910000Z</dcterms:created>
  <dcterms:modified xsi:type="dcterms:W3CDTF">2026-09-14T20:55:10.0910000Z</dcterms:modified>
</coreProperties>
</file>